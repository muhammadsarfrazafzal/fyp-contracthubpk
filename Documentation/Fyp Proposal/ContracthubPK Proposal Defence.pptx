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55" r:id="rId1"/>
  </p:sldMasterIdLst>
  <p:notesMasterIdLst>
    <p:notesMasterId r:id="rId14"/>
  </p:notesMasterIdLst>
  <p:handoutMasterIdLst>
    <p:handoutMasterId r:id="rId15"/>
  </p:handoutMasterIdLst>
  <p:sldIdLst>
    <p:sldId id="256" r:id="rId2"/>
    <p:sldId id="264" r:id="rId3"/>
    <p:sldId id="257" r:id="rId4"/>
    <p:sldId id="258" r:id="rId5"/>
    <p:sldId id="259" r:id="rId6"/>
    <p:sldId id="266" r:id="rId7"/>
    <p:sldId id="260" r:id="rId8"/>
    <p:sldId id="261" r:id="rId9"/>
    <p:sldId id="268" r:id="rId10"/>
    <p:sldId id="269" r:id="rId11"/>
    <p:sldId id="265" r:id="rId12"/>
    <p:sldId id="267" r:id="rId13"/>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74" autoAdjust="0"/>
    <p:restoredTop sz="94660"/>
  </p:normalViewPr>
  <p:slideViewPr>
    <p:cSldViewPr>
      <p:cViewPr varScale="1">
        <p:scale>
          <a:sx n="68" d="100"/>
          <a:sy n="68" d="100"/>
        </p:scale>
        <p:origin x="1464" y="72"/>
      </p:cViewPr>
      <p:guideLst>
        <p:guide orient="horz" pos="2160"/>
        <p:guide pos="2880"/>
      </p:guideLst>
    </p:cSldViewPr>
  </p:slideViewPr>
  <p:notesTextViewPr>
    <p:cViewPr>
      <p:scale>
        <a:sx n="100" d="100"/>
        <a:sy n="100" d="100"/>
      </p:scale>
      <p:origin x="0" y="0"/>
    </p:cViewPr>
  </p:notesTextViewPr>
  <p:notesViewPr>
    <p:cSldViewPr>
      <p:cViewPr varScale="1">
        <p:scale>
          <a:sx n="73" d="100"/>
          <a:sy n="73" d="100"/>
        </p:scale>
        <p:origin x="-2742" y="-9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482"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200" smtClean="0"/>
            </a:lvl1pPr>
          </a:lstStyle>
          <a:p>
            <a:pPr>
              <a:defRPr/>
            </a:pPr>
            <a:endParaRPr lang="en-US" altLang="en-US"/>
          </a:p>
        </p:txBody>
      </p:sp>
      <p:sp>
        <p:nvSpPr>
          <p:cNvPr id="20483" name="Rectangle 3"/>
          <p:cNvSpPr>
            <a:spLocks noGrp="1" noChangeArrowheads="1"/>
          </p:cNvSpPr>
          <p:nvPr>
            <p:ph type="dt" sz="quarter"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smtClean="0"/>
            </a:lvl1pPr>
          </a:lstStyle>
          <a:p>
            <a:pPr>
              <a:defRPr/>
            </a:pPr>
            <a:endParaRPr lang="en-US" altLang="en-US"/>
          </a:p>
        </p:txBody>
      </p:sp>
      <p:sp>
        <p:nvSpPr>
          <p:cNvPr id="20484" name="Rectangle 4"/>
          <p:cNvSpPr>
            <a:spLocks noGrp="1" noChangeArrowheads="1"/>
          </p:cNvSpPr>
          <p:nvPr>
            <p:ph type="ftr" sz="quarter" idx="2"/>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200" smtClean="0"/>
            </a:lvl1pPr>
          </a:lstStyle>
          <a:p>
            <a:pPr>
              <a:defRPr/>
            </a:pPr>
            <a:endParaRPr lang="en-US" altLang="en-US"/>
          </a:p>
        </p:txBody>
      </p:sp>
      <p:sp>
        <p:nvSpPr>
          <p:cNvPr id="20485" name="Rectangle 5"/>
          <p:cNvSpPr>
            <a:spLocks noGrp="1" noChangeArrowheads="1"/>
          </p:cNvSpPr>
          <p:nvPr>
            <p:ph type="sldNum" sz="quarter" idx="3"/>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smtClean="0"/>
            </a:lvl1pPr>
          </a:lstStyle>
          <a:p>
            <a:pPr>
              <a:defRPr/>
            </a:pPr>
            <a:fld id="{D6B26DC6-4263-4D57-9CE1-9A6D867655FF}" type="slidenum">
              <a:rPr lang="en-US" altLang="en-US"/>
              <a:pPr>
                <a:defRPr/>
              </a:pPr>
              <a:t>‹#›</a:t>
            </a:fld>
            <a:endParaRPr lang="en-U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7650"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200" smtClean="0"/>
            </a:lvl1pPr>
          </a:lstStyle>
          <a:p>
            <a:pPr>
              <a:defRPr/>
            </a:pPr>
            <a:endParaRPr lang="en-US" altLang="en-US"/>
          </a:p>
        </p:txBody>
      </p:sp>
      <p:sp>
        <p:nvSpPr>
          <p:cNvPr id="27651" name="Rectangle 3"/>
          <p:cNvSpPr>
            <a:spLocks noGrp="1" noChangeArrowheads="1"/>
          </p:cNvSpPr>
          <p:nvPr>
            <p:ph type="dt"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smtClean="0"/>
            </a:lvl1pPr>
          </a:lstStyle>
          <a:p>
            <a:pPr>
              <a:defRPr/>
            </a:pPr>
            <a:endParaRPr lang="en-US" altLang="en-US"/>
          </a:p>
        </p:txBody>
      </p:sp>
      <p:sp>
        <p:nvSpPr>
          <p:cNvPr id="13316"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p:spPr>
      </p:sp>
      <p:sp>
        <p:nvSpPr>
          <p:cNvPr id="27653" name="Rectangle 5"/>
          <p:cNvSpPr>
            <a:spLocks noGrp="1" noChangeArrowheads="1"/>
          </p:cNvSpPr>
          <p:nvPr>
            <p:ph type="body" sz="quarter" idx="3"/>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noProof="0"/>
              <a:t>Click to edit Master text styles</a:t>
            </a:r>
          </a:p>
          <a:p>
            <a:pPr lvl="1"/>
            <a:r>
              <a:rPr lang="en-US" altLang="en-US" noProof="0"/>
              <a:t>Second level</a:t>
            </a:r>
          </a:p>
          <a:p>
            <a:pPr lvl="2"/>
            <a:r>
              <a:rPr lang="en-US" altLang="en-US" noProof="0"/>
              <a:t>Third level</a:t>
            </a:r>
          </a:p>
          <a:p>
            <a:pPr lvl="3"/>
            <a:r>
              <a:rPr lang="en-US" altLang="en-US" noProof="0"/>
              <a:t>Fourth level</a:t>
            </a:r>
          </a:p>
          <a:p>
            <a:pPr lvl="4"/>
            <a:r>
              <a:rPr lang="en-US" altLang="en-US" noProof="0"/>
              <a:t>Fifth level</a:t>
            </a:r>
          </a:p>
        </p:txBody>
      </p:sp>
      <p:sp>
        <p:nvSpPr>
          <p:cNvPr id="27654" name="Rectangle 6"/>
          <p:cNvSpPr>
            <a:spLocks noGrp="1" noChangeArrowheads="1"/>
          </p:cNvSpPr>
          <p:nvPr>
            <p:ph type="ftr" sz="quarter" idx="4"/>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200" smtClean="0"/>
            </a:lvl1pPr>
          </a:lstStyle>
          <a:p>
            <a:pPr>
              <a:defRPr/>
            </a:pPr>
            <a:endParaRPr lang="en-US" altLang="en-US"/>
          </a:p>
        </p:txBody>
      </p:sp>
      <p:sp>
        <p:nvSpPr>
          <p:cNvPr id="27655" name="Rectangle 7"/>
          <p:cNvSpPr>
            <a:spLocks noGrp="1" noChangeArrowheads="1"/>
          </p:cNvSpPr>
          <p:nvPr>
            <p:ph type="sldNum" sz="quarter" idx="5"/>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smtClean="0"/>
            </a:lvl1pPr>
          </a:lstStyle>
          <a:p>
            <a:pPr>
              <a:defRPr/>
            </a:pPr>
            <a:fld id="{9C889E23-D393-43A9-A821-BBE14F95A88B}"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Line 2"/>
          <p:cNvSpPr>
            <a:spLocks noChangeShapeType="1"/>
          </p:cNvSpPr>
          <p:nvPr/>
        </p:nvSpPr>
        <p:spPr bwMode="auto">
          <a:xfrm>
            <a:off x="7315200" y="1066800"/>
            <a:ext cx="0" cy="4495800"/>
          </a:xfrm>
          <a:prstGeom prst="line">
            <a:avLst/>
          </a:prstGeom>
          <a:noFill/>
          <a:ln w="9525">
            <a:solidFill>
              <a:schemeClr val="tx1"/>
            </a:solidFill>
            <a:round/>
            <a:headEnd/>
            <a:tailEnd/>
          </a:ln>
          <a:effectLst/>
        </p:spPr>
        <p:txBody>
          <a:bodyPr/>
          <a:lstStyle/>
          <a:p>
            <a:endParaRPr lang="en-US"/>
          </a:p>
        </p:txBody>
      </p:sp>
      <p:grpSp>
        <p:nvGrpSpPr>
          <p:cNvPr id="5" name="Group 8"/>
          <p:cNvGrpSpPr>
            <a:grpSpLocks/>
          </p:cNvGrpSpPr>
          <p:nvPr/>
        </p:nvGrpSpPr>
        <p:grpSpPr bwMode="auto">
          <a:xfrm>
            <a:off x="7493000" y="2992438"/>
            <a:ext cx="1338263" cy="2189162"/>
            <a:chOff x="4704" y="1885"/>
            <a:chExt cx="843" cy="1379"/>
          </a:xfrm>
        </p:grpSpPr>
        <p:sp>
          <p:nvSpPr>
            <p:cNvPr id="6" name="Oval 9"/>
            <p:cNvSpPr>
              <a:spLocks noChangeArrowheads="1"/>
            </p:cNvSpPr>
            <p:nvPr/>
          </p:nvSpPr>
          <p:spPr bwMode="auto">
            <a:xfrm>
              <a:off x="4704" y="1885"/>
              <a:ext cx="127" cy="127"/>
            </a:xfrm>
            <a:prstGeom prst="ellipse">
              <a:avLst/>
            </a:prstGeom>
            <a:solidFill>
              <a:schemeClr val="tx2"/>
            </a:solidFill>
            <a:ln w="9525">
              <a:noFill/>
              <a:round/>
              <a:headEnd/>
              <a:tailEnd/>
            </a:ln>
            <a:effectLst/>
          </p:spPr>
          <p:txBody>
            <a:bodyPr wrap="none" anchor="ctr"/>
            <a:lstStyle/>
            <a:p>
              <a:endParaRPr lang="en-US"/>
            </a:p>
          </p:txBody>
        </p:sp>
        <p:sp>
          <p:nvSpPr>
            <p:cNvPr id="7" name="Oval 10"/>
            <p:cNvSpPr>
              <a:spLocks noChangeArrowheads="1"/>
            </p:cNvSpPr>
            <p:nvPr/>
          </p:nvSpPr>
          <p:spPr bwMode="auto">
            <a:xfrm>
              <a:off x="4883" y="1885"/>
              <a:ext cx="127" cy="127"/>
            </a:xfrm>
            <a:prstGeom prst="ellipse">
              <a:avLst/>
            </a:prstGeom>
            <a:solidFill>
              <a:schemeClr val="tx2"/>
            </a:solidFill>
            <a:ln w="9525">
              <a:noFill/>
              <a:round/>
              <a:headEnd/>
              <a:tailEnd/>
            </a:ln>
            <a:effectLst/>
          </p:spPr>
          <p:txBody>
            <a:bodyPr wrap="none" anchor="ctr"/>
            <a:lstStyle/>
            <a:p>
              <a:endParaRPr lang="en-US"/>
            </a:p>
          </p:txBody>
        </p:sp>
        <p:sp>
          <p:nvSpPr>
            <p:cNvPr id="8" name="Oval 11"/>
            <p:cNvSpPr>
              <a:spLocks noChangeArrowheads="1"/>
            </p:cNvSpPr>
            <p:nvPr/>
          </p:nvSpPr>
          <p:spPr bwMode="auto">
            <a:xfrm>
              <a:off x="5062" y="1885"/>
              <a:ext cx="127" cy="127"/>
            </a:xfrm>
            <a:prstGeom prst="ellipse">
              <a:avLst/>
            </a:prstGeom>
            <a:solidFill>
              <a:schemeClr val="tx2"/>
            </a:solidFill>
            <a:ln w="9525">
              <a:noFill/>
              <a:round/>
              <a:headEnd/>
              <a:tailEnd/>
            </a:ln>
            <a:effectLst/>
          </p:spPr>
          <p:txBody>
            <a:bodyPr wrap="none" anchor="ctr"/>
            <a:lstStyle/>
            <a:p>
              <a:endParaRPr lang="en-US"/>
            </a:p>
          </p:txBody>
        </p:sp>
        <p:sp>
          <p:nvSpPr>
            <p:cNvPr id="9" name="Oval 12"/>
            <p:cNvSpPr>
              <a:spLocks noChangeArrowheads="1"/>
            </p:cNvSpPr>
            <p:nvPr/>
          </p:nvSpPr>
          <p:spPr bwMode="auto">
            <a:xfrm>
              <a:off x="4704" y="2064"/>
              <a:ext cx="127" cy="127"/>
            </a:xfrm>
            <a:prstGeom prst="ellipse">
              <a:avLst/>
            </a:prstGeom>
            <a:solidFill>
              <a:schemeClr val="tx2"/>
            </a:solidFill>
            <a:ln w="9525">
              <a:noFill/>
              <a:round/>
              <a:headEnd/>
              <a:tailEnd/>
            </a:ln>
            <a:effectLst/>
          </p:spPr>
          <p:txBody>
            <a:bodyPr wrap="none" anchor="ctr"/>
            <a:lstStyle/>
            <a:p>
              <a:endParaRPr lang="en-US"/>
            </a:p>
          </p:txBody>
        </p:sp>
        <p:sp>
          <p:nvSpPr>
            <p:cNvPr id="10" name="Oval 13"/>
            <p:cNvSpPr>
              <a:spLocks noChangeArrowheads="1"/>
            </p:cNvSpPr>
            <p:nvPr/>
          </p:nvSpPr>
          <p:spPr bwMode="auto">
            <a:xfrm>
              <a:off x="4883" y="2064"/>
              <a:ext cx="127" cy="127"/>
            </a:xfrm>
            <a:prstGeom prst="ellipse">
              <a:avLst/>
            </a:prstGeom>
            <a:solidFill>
              <a:schemeClr val="tx2"/>
            </a:solidFill>
            <a:ln w="9525">
              <a:noFill/>
              <a:round/>
              <a:headEnd/>
              <a:tailEnd/>
            </a:ln>
            <a:effectLst/>
          </p:spPr>
          <p:txBody>
            <a:bodyPr wrap="none" anchor="ctr"/>
            <a:lstStyle/>
            <a:p>
              <a:endParaRPr lang="en-US"/>
            </a:p>
          </p:txBody>
        </p:sp>
        <p:sp>
          <p:nvSpPr>
            <p:cNvPr id="11" name="Oval 14"/>
            <p:cNvSpPr>
              <a:spLocks noChangeArrowheads="1"/>
            </p:cNvSpPr>
            <p:nvPr/>
          </p:nvSpPr>
          <p:spPr bwMode="auto">
            <a:xfrm>
              <a:off x="5062" y="2064"/>
              <a:ext cx="127" cy="127"/>
            </a:xfrm>
            <a:prstGeom prst="ellipse">
              <a:avLst/>
            </a:prstGeom>
            <a:solidFill>
              <a:schemeClr val="tx2"/>
            </a:solidFill>
            <a:ln w="9525">
              <a:noFill/>
              <a:round/>
              <a:headEnd/>
              <a:tailEnd/>
            </a:ln>
            <a:effectLst/>
          </p:spPr>
          <p:txBody>
            <a:bodyPr wrap="none" anchor="ctr"/>
            <a:lstStyle/>
            <a:p>
              <a:endParaRPr lang="en-US"/>
            </a:p>
          </p:txBody>
        </p:sp>
        <p:sp>
          <p:nvSpPr>
            <p:cNvPr id="12" name="Oval 15"/>
            <p:cNvSpPr>
              <a:spLocks noChangeArrowheads="1"/>
            </p:cNvSpPr>
            <p:nvPr/>
          </p:nvSpPr>
          <p:spPr bwMode="auto">
            <a:xfrm>
              <a:off x="5241" y="2064"/>
              <a:ext cx="127" cy="127"/>
            </a:xfrm>
            <a:prstGeom prst="ellipse">
              <a:avLst/>
            </a:prstGeom>
            <a:solidFill>
              <a:schemeClr val="accent2"/>
            </a:solidFill>
            <a:ln w="9525">
              <a:noFill/>
              <a:round/>
              <a:headEnd/>
              <a:tailEnd/>
            </a:ln>
            <a:effectLst/>
          </p:spPr>
          <p:txBody>
            <a:bodyPr wrap="none" anchor="ctr"/>
            <a:lstStyle/>
            <a:p>
              <a:endParaRPr lang="en-US"/>
            </a:p>
          </p:txBody>
        </p:sp>
        <p:sp>
          <p:nvSpPr>
            <p:cNvPr id="13" name="Oval 16"/>
            <p:cNvSpPr>
              <a:spLocks noChangeArrowheads="1"/>
            </p:cNvSpPr>
            <p:nvPr/>
          </p:nvSpPr>
          <p:spPr bwMode="auto">
            <a:xfrm>
              <a:off x="4704" y="2243"/>
              <a:ext cx="127" cy="127"/>
            </a:xfrm>
            <a:prstGeom prst="ellipse">
              <a:avLst/>
            </a:prstGeom>
            <a:solidFill>
              <a:schemeClr val="tx2"/>
            </a:solidFill>
            <a:ln w="9525">
              <a:noFill/>
              <a:round/>
              <a:headEnd/>
              <a:tailEnd/>
            </a:ln>
            <a:effectLst/>
          </p:spPr>
          <p:txBody>
            <a:bodyPr wrap="none" anchor="ctr"/>
            <a:lstStyle/>
            <a:p>
              <a:endParaRPr lang="en-US"/>
            </a:p>
          </p:txBody>
        </p:sp>
        <p:sp>
          <p:nvSpPr>
            <p:cNvPr id="14" name="Oval 17"/>
            <p:cNvSpPr>
              <a:spLocks noChangeArrowheads="1"/>
            </p:cNvSpPr>
            <p:nvPr/>
          </p:nvSpPr>
          <p:spPr bwMode="auto">
            <a:xfrm>
              <a:off x="4883" y="2243"/>
              <a:ext cx="127" cy="127"/>
            </a:xfrm>
            <a:prstGeom prst="ellipse">
              <a:avLst/>
            </a:prstGeom>
            <a:solidFill>
              <a:schemeClr val="tx2"/>
            </a:solidFill>
            <a:ln w="9525">
              <a:noFill/>
              <a:round/>
              <a:headEnd/>
              <a:tailEnd/>
            </a:ln>
            <a:effectLst/>
          </p:spPr>
          <p:txBody>
            <a:bodyPr wrap="none" anchor="ctr"/>
            <a:lstStyle/>
            <a:p>
              <a:endParaRPr lang="en-US"/>
            </a:p>
          </p:txBody>
        </p:sp>
        <p:sp>
          <p:nvSpPr>
            <p:cNvPr id="15" name="Oval 18"/>
            <p:cNvSpPr>
              <a:spLocks noChangeArrowheads="1"/>
            </p:cNvSpPr>
            <p:nvPr/>
          </p:nvSpPr>
          <p:spPr bwMode="auto">
            <a:xfrm>
              <a:off x="5062" y="2243"/>
              <a:ext cx="127" cy="127"/>
            </a:xfrm>
            <a:prstGeom prst="ellipse">
              <a:avLst/>
            </a:prstGeom>
            <a:solidFill>
              <a:schemeClr val="accent2"/>
            </a:solidFill>
            <a:ln w="9525">
              <a:noFill/>
              <a:round/>
              <a:headEnd/>
              <a:tailEnd/>
            </a:ln>
            <a:effectLst/>
          </p:spPr>
          <p:txBody>
            <a:bodyPr wrap="none" anchor="ctr"/>
            <a:lstStyle/>
            <a:p>
              <a:endParaRPr lang="en-US"/>
            </a:p>
          </p:txBody>
        </p:sp>
        <p:sp>
          <p:nvSpPr>
            <p:cNvPr id="16" name="Oval 19"/>
            <p:cNvSpPr>
              <a:spLocks noChangeArrowheads="1"/>
            </p:cNvSpPr>
            <p:nvPr/>
          </p:nvSpPr>
          <p:spPr bwMode="auto">
            <a:xfrm>
              <a:off x="5241" y="2243"/>
              <a:ext cx="127" cy="127"/>
            </a:xfrm>
            <a:prstGeom prst="ellipse">
              <a:avLst/>
            </a:prstGeom>
            <a:solidFill>
              <a:schemeClr val="accent2"/>
            </a:solidFill>
            <a:ln w="9525">
              <a:noFill/>
              <a:round/>
              <a:headEnd/>
              <a:tailEnd/>
            </a:ln>
            <a:effectLst/>
          </p:spPr>
          <p:txBody>
            <a:bodyPr wrap="none" anchor="ctr"/>
            <a:lstStyle/>
            <a:p>
              <a:endParaRPr lang="en-US"/>
            </a:p>
          </p:txBody>
        </p:sp>
        <p:sp>
          <p:nvSpPr>
            <p:cNvPr id="17" name="Oval 20"/>
            <p:cNvSpPr>
              <a:spLocks noChangeArrowheads="1"/>
            </p:cNvSpPr>
            <p:nvPr/>
          </p:nvSpPr>
          <p:spPr bwMode="auto">
            <a:xfrm>
              <a:off x="5420" y="2243"/>
              <a:ext cx="127" cy="127"/>
            </a:xfrm>
            <a:prstGeom prst="ellipse">
              <a:avLst/>
            </a:prstGeom>
            <a:solidFill>
              <a:schemeClr val="accent1"/>
            </a:solidFill>
            <a:ln w="9525">
              <a:noFill/>
              <a:round/>
              <a:headEnd/>
              <a:tailEnd/>
            </a:ln>
            <a:effectLst/>
          </p:spPr>
          <p:txBody>
            <a:bodyPr wrap="none" anchor="ctr"/>
            <a:lstStyle/>
            <a:p>
              <a:endParaRPr lang="en-US"/>
            </a:p>
          </p:txBody>
        </p:sp>
        <p:sp>
          <p:nvSpPr>
            <p:cNvPr id="18" name="Oval 21"/>
            <p:cNvSpPr>
              <a:spLocks noChangeArrowheads="1"/>
            </p:cNvSpPr>
            <p:nvPr/>
          </p:nvSpPr>
          <p:spPr bwMode="auto">
            <a:xfrm>
              <a:off x="4704" y="2421"/>
              <a:ext cx="127" cy="128"/>
            </a:xfrm>
            <a:prstGeom prst="ellipse">
              <a:avLst/>
            </a:prstGeom>
            <a:solidFill>
              <a:schemeClr val="tx2"/>
            </a:solidFill>
            <a:ln w="9525">
              <a:noFill/>
              <a:round/>
              <a:headEnd/>
              <a:tailEnd/>
            </a:ln>
            <a:effectLst/>
          </p:spPr>
          <p:txBody>
            <a:bodyPr wrap="none" anchor="ctr"/>
            <a:lstStyle/>
            <a:p>
              <a:endParaRPr lang="en-US"/>
            </a:p>
          </p:txBody>
        </p:sp>
        <p:sp>
          <p:nvSpPr>
            <p:cNvPr id="19" name="Oval 22"/>
            <p:cNvSpPr>
              <a:spLocks noChangeArrowheads="1"/>
            </p:cNvSpPr>
            <p:nvPr/>
          </p:nvSpPr>
          <p:spPr bwMode="auto">
            <a:xfrm>
              <a:off x="4883" y="2421"/>
              <a:ext cx="127" cy="128"/>
            </a:xfrm>
            <a:prstGeom prst="ellipse">
              <a:avLst/>
            </a:prstGeom>
            <a:solidFill>
              <a:schemeClr val="accent2"/>
            </a:solidFill>
            <a:ln w="9525">
              <a:noFill/>
              <a:round/>
              <a:headEnd/>
              <a:tailEnd/>
            </a:ln>
            <a:effectLst/>
          </p:spPr>
          <p:txBody>
            <a:bodyPr wrap="none" anchor="ctr"/>
            <a:lstStyle/>
            <a:p>
              <a:endParaRPr lang="en-US"/>
            </a:p>
          </p:txBody>
        </p:sp>
        <p:sp>
          <p:nvSpPr>
            <p:cNvPr id="20" name="Oval 23"/>
            <p:cNvSpPr>
              <a:spLocks noChangeArrowheads="1"/>
            </p:cNvSpPr>
            <p:nvPr/>
          </p:nvSpPr>
          <p:spPr bwMode="auto">
            <a:xfrm>
              <a:off x="5062" y="2421"/>
              <a:ext cx="127" cy="128"/>
            </a:xfrm>
            <a:prstGeom prst="ellipse">
              <a:avLst/>
            </a:prstGeom>
            <a:solidFill>
              <a:schemeClr val="accent2"/>
            </a:solidFill>
            <a:ln w="9525">
              <a:noFill/>
              <a:round/>
              <a:headEnd/>
              <a:tailEnd/>
            </a:ln>
            <a:effectLst/>
          </p:spPr>
          <p:txBody>
            <a:bodyPr wrap="none" anchor="ctr"/>
            <a:lstStyle/>
            <a:p>
              <a:endParaRPr lang="en-US"/>
            </a:p>
          </p:txBody>
        </p:sp>
        <p:sp>
          <p:nvSpPr>
            <p:cNvPr id="21" name="Oval 24"/>
            <p:cNvSpPr>
              <a:spLocks noChangeArrowheads="1"/>
            </p:cNvSpPr>
            <p:nvPr/>
          </p:nvSpPr>
          <p:spPr bwMode="auto">
            <a:xfrm>
              <a:off x="5241" y="2421"/>
              <a:ext cx="127" cy="128"/>
            </a:xfrm>
            <a:prstGeom prst="ellipse">
              <a:avLst/>
            </a:prstGeom>
            <a:solidFill>
              <a:schemeClr val="accent1"/>
            </a:solidFill>
            <a:ln w="9525">
              <a:noFill/>
              <a:round/>
              <a:headEnd/>
              <a:tailEnd/>
            </a:ln>
            <a:effectLst/>
          </p:spPr>
          <p:txBody>
            <a:bodyPr wrap="none" anchor="ctr"/>
            <a:lstStyle/>
            <a:p>
              <a:endParaRPr lang="en-US"/>
            </a:p>
          </p:txBody>
        </p:sp>
        <p:sp>
          <p:nvSpPr>
            <p:cNvPr id="22" name="Oval 25"/>
            <p:cNvSpPr>
              <a:spLocks noChangeArrowheads="1"/>
            </p:cNvSpPr>
            <p:nvPr/>
          </p:nvSpPr>
          <p:spPr bwMode="auto">
            <a:xfrm>
              <a:off x="4704" y="2600"/>
              <a:ext cx="127" cy="128"/>
            </a:xfrm>
            <a:prstGeom prst="ellipse">
              <a:avLst/>
            </a:prstGeom>
            <a:solidFill>
              <a:schemeClr val="accent2"/>
            </a:solidFill>
            <a:ln w="9525">
              <a:noFill/>
              <a:round/>
              <a:headEnd/>
              <a:tailEnd/>
            </a:ln>
            <a:effectLst/>
          </p:spPr>
          <p:txBody>
            <a:bodyPr wrap="none" anchor="ctr"/>
            <a:lstStyle/>
            <a:p>
              <a:endParaRPr lang="en-US"/>
            </a:p>
          </p:txBody>
        </p:sp>
        <p:sp>
          <p:nvSpPr>
            <p:cNvPr id="23" name="Oval 26"/>
            <p:cNvSpPr>
              <a:spLocks noChangeArrowheads="1"/>
            </p:cNvSpPr>
            <p:nvPr/>
          </p:nvSpPr>
          <p:spPr bwMode="auto">
            <a:xfrm>
              <a:off x="4883" y="2600"/>
              <a:ext cx="127" cy="128"/>
            </a:xfrm>
            <a:prstGeom prst="ellipse">
              <a:avLst/>
            </a:prstGeom>
            <a:solidFill>
              <a:schemeClr val="accent2"/>
            </a:solidFill>
            <a:ln w="9525">
              <a:noFill/>
              <a:round/>
              <a:headEnd/>
              <a:tailEnd/>
            </a:ln>
            <a:effectLst/>
          </p:spPr>
          <p:txBody>
            <a:bodyPr wrap="none" anchor="ctr"/>
            <a:lstStyle/>
            <a:p>
              <a:endParaRPr lang="en-US"/>
            </a:p>
          </p:txBody>
        </p:sp>
        <p:sp>
          <p:nvSpPr>
            <p:cNvPr id="24" name="Oval 27"/>
            <p:cNvSpPr>
              <a:spLocks noChangeArrowheads="1"/>
            </p:cNvSpPr>
            <p:nvPr/>
          </p:nvSpPr>
          <p:spPr bwMode="auto">
            <a:xfrm>
              <a:off x="5062" y="2600"/>
              <a:ext cx="127" cy="128"/>
            </a:xfrm>
            <a:prstGeom prst="ellipse">
              <a:avLst/>
            </a:prstGeom>
            <a:solidFill>
              <a:schemeClr val="accent1"/>
            </a:solidFill>
            <a:ln w="9525">
              <a:noFill/>
              <a:round/>
              <a:headEnd/>
              <a:tailEnd/>
            </a:ln>
            <a:effectLst/>
          </p:spPr>
          <p:txBody>
            <a:bodyPr wrap="none" anchor="ctr"/>
            <a:lstStyle/>
            <a:p>
              <a:endParaRPr lang="en-US"/>
            </a:p>
          </p:txBody>
        </p:sp>
        <p:sp>
          <p:nvSpPr>
            <p:cNvPr id="25" name="Oval 28"/>
            <p:cNvSpPr>
              <a:spLocks noChangeArrowheads="1"/>
            </p:cNvSpPr>
            <p:nvPr/>
          </p:nvSpPr>
          <p:spPr bwMode="auto">
            <a:xfrm>
              <a:off x="5241" y="2600"/>
              <a:ext cx="127" cy="128"/>
            </a:xfrm>
            <a:prstGeom prst="ellipse">
              <a:avLst/>
            </a:prstGeom>
            <a:solidFill>
              <a:schemeClr val="accent1"/>
            </a:solidFill>
            <a:ln w="9525">
              <a:noFill/>
              <a:round/>
              <a:headEnd/>
              <a:tailEnd/>
            </a:ln>
            <a:effectLst/>
          </p:spPr>
          <p:txBody>
            <a:bodyPr wrap="none" anchor="ctr"/>
            <a:lstStyle/>
            <a:p>
              <a:endParaRPr lang="en-US"/>
            </a:p>
          </p:txBody>
        </p:sp>
        <p:sp>
          <p:nvSpPr>
            <p:cNvPr id="26" name="Oval 29"/>
            <p:cNvSpPr>
              <a:spLocks noChangeArrowheads="1"/>
            </p:cNvSpPr>
            <p:nvPr/>
          </p:nvSpPr>
          <p:spPr bwMode="auto">
            <a:xfrm>
              <a:off x="5420" y="2600"/>
              <a:ext cx="127" cy="128"/>
            </a:xfrm>
            <a:prstGeom prst="ellipse">
              <a:avLst/>
            </a:prstGeom>
            <a:solidFill>
              <a:schemeClr val="folHlink"/>
            </a:solidFill>
            <a:ln w="9525">
              <a:noFill/>
              <a:round/>
              <a:headEnd/>
              <a:tailEnd/>
            </a:ln>
            <a:effectLst/>
          </p:spPr>
          <p:txBody>
            <a:bodyPr wrap="none" anchor="ctr"/>
            <a:lstStyle/>
            <a:p>
              <a:endParaRPr lang="en-US"/>
            </a:p>
          </p:txBody>
        </p:sp>
        <p:sp>
          <p:nvSpPr>
            <p:cNvPr id="27" name="Oval 30"/>
            <p:cNvSpPr>
              <a:spLocks noChangeArrowheads="1"/>
            </p:cNvSpPr>
            <p:nvPr/>
          </p:nvSpPr>
          <p:spPr bwMode="auto">
            <a:xfrm>
              <a:off x="4704" y="2779"/>
              <a:ext cx="127" cy="127"/>
            </a:xfrm>
            <a:prstGeom prst="ellipse">
              <a:avLst/>
            </a:prstGeom>
            <a:solidFill>
              <a:schemeClr val="accent2"/>
            </a:solidFill>
            <a:ln w="9525">
              <a:noFill/>
              <a:round/>
              <a:headEnd/>
              <a:tailEnd/>
            </a:ln>
            <a:effectLst/>
          </p:spPr>
          <p:txBody>
            <a:bodyPr wrap="none" anchor="ctr"/>
            <a:lstStyle/>
            <a:p>
              <a:endParaRPr lang="en-US"/>
            </a:p>
          </p:txBody>
        </p:sp>
        <p:sp>
          <p:nvSpPr>
            <p:cNvPr id="28" name="Oval 31"/>
            <p:cNvSpPr>
              <a:spLocks noChangeArrowheads="1"/>
            </p:cNvSpPr>
            <p:nvPr/>
          </p:nvSpPr>
          <p:spPr bwMode="auto">
            <a:xfrm>
              <a:off x="4883" y="2779"/>
              <a:ext cx="127" cy="127"/>
            </a:xfrm>
            <a:prstGeom prst="ellipse">
              <a:avLst/>
            </a:prstGeom>
            <a:solidFill>
              <a:schemeClr val="accent1"/>
            </a:solidFill>
            <a:ln w="9525">
              <a:noFill/>
              <a:round/>
              <a:headEnd/>
              <a:tailEnd/>
            </a:ln>
            <a:effectLst/>
          </p:spPr>
          <p:txBody>
            <a:bodyPr wrap="none" anchor="ctr"/>
            <a:lstStyle/>
            <a:p>
              <a:endParaRPr lang="en-US"/>
            </a:p>
          </p:txBody>
        </p:sp>
        <p:sp>
          <p:nvSpPr>
            <p:cNvPr id="29" name="Oval 32"/>
            <p:cNvSpPr>
              <a:spLocks noChangeArrowheads="1"/>
            </p:cNvSpPr>
            <p:nvPr/>
          </p:nvSpPr>
          <p:spPr bwMode="auto">
            <a:xfrm>
              <a:off x="5062" y="2779"/>
              <a:ext cx="127" cy="127"/>
            </a:xfrm>
            <a:prstGeom prst="ellipse">
              <a:avLst/>
            </a:prstGeom>
            <a:solidFill>
              <a:schemeClr val="accent1"/>
            </a:solidFill>
            <a:ln w="9525">
              <a:noFill/>
              <a:round/>
              <a:headEnd/>
              <a:tailEnd/>
            </a:ln>
            <a:effectLst/>
          </p:spPr>
          <p:txBody>
            <a:bodyPr wrap="none" anchor="ctr"/>
            <a:lstStyle/>
            <a:p>
              <a:endParaRPr lang="en-US"/>
            </a:p>
          </p:txBody>
        </p:sp>
        <p:sp>
          <p:nvSpPr>
            <p:cNvPr id="30" name="Oval 33"/>
            <p:cNvSpPr>
              <a:spLocks noChangeArrowheads="1"/>
            </p:cNvSpPr>
            <p:nvPr/>
          </p:nvSpPr>
          <p:spPr bwMode="auto">
            <a:xfrm>
              <a:off x="5241" y="2779"/>
              <a:ext cx="127" cy="127"/>
            </a:xfrm>
            <a:prstGeom prst="ellipse">
              <a:avLst/>
            </a:prstGeom>
            <a:solidFill>
              <a:schemeClr val="folHlink"/>
            </a:solidFill>
            <a:ln w="9525">
              <a:noFill/>
              <a:round/>
              <a:headEnd/>
              <a:tailEnd/>
            </a:ln>
            <a:effectLst/>
          </p:spPr>
          <p:txBody>
            <a:bodyPr wrap="none" anchor="ctr"/>
            <a:lstStyle/>
            <a:p>
              <a:endParaRPr lang="en-US"/>
            </a:p>
          </p:txBody>
        </p:sp>
        <p:sp>
          <p:nvSpPr>
            <p:cNvPr id="31" name="Oval 34"/>
            <p:cNvSpPr>
              <a:spLocks noChangeArrowheads="1"/>
            </p:cNvSpPr>
            <p:nvPr/>
          </p:nvSpPr>
          <p:spPr bwMode="auto">
            <a:xfrm>
              <a:off x="4704" y="2958"/>
              <a:ext cx="127" cy="127"/>
            </a:xfrm>
            <a:prstGeom prst="ellipse">
              <a:avLst/>
            </a:prstGeom>
            <a:solidFill>
              <a:schemeClr val="accent1"/>
            </a:solidFill>
            <a:ln w="9525">
              <a:noFill/>
              <a:round/>
              <a:headEnd/>
              <a:tailEnd/>
            </a:ln>
            <a:effectLst/>
          </p:spPr>
          <p:txBody>
            <a:bodyPr wrap="none" anchor="ctr"/>
            <a:lstStyle/>
            <a:p>
              <a:endParaRPr lang="en-US"/>
            </a:p>
          </p:txBody>
        </p:sp>
        <p:sp>
          <p:nvSpPr>
            <p:cNvPr id="32" name="Oval 35"/>
            <p:cNvSpPr>
              <a:spLocks noChangeArrowheads="1"/>
            </p:cNvSpPr>
            <p:nvPr/>
          </p:nvSpPr>
          <p:spPr bwMode="auto">
            <a:xfrm>
              <a:off x="4883" y="2958"/>
              <a:ext cx="127" cy="127"/>
            </a:xfrm>
            <a:prstGeom prst="ellipse">
              <a:avLst/>
            </a:prstGeom>
            <a:solidFill>
              <a:schemeClr val="accent1"/>
            </a:solidFill>
            <a:ln w="9525">
              <a:noFill/>
              <a:round/>
              <a:headEnd/>
              <a:tailEnd/>
            </a:ln>
            <a:effectLst/>
          </p:spPr>
          <p:txBody>
            <a:bodyPr wrap="none" anchor="ctr"/>
            <a:lstStyle/>
            <a:p>
              <a:endParaRPr lang="en-US"/>
            </a:p>
          </p:txBody>
        </p:sp>
        <p:sp>
          <p:nvSpPr>
            <p:cNvPr id="33" name="Oval 36"/>
            <p:cNvSpPr>
              <a:spLocks noChangeArrowheads="1"/>
            </p:cNvSpPr>
            <p:nvPr/>
          </p:nvSpPr>
          <p:spPr bwMode="auto">
            <a:xfrm>
              <a:off x="5062" y="2958"/>
              <a:ext cx="127" cy="127"/>
            </a:xfrm>
            <a:prstGeom prst="ellipse">
              <a:avLst/>
            </a:prstGeom>
            <a:solidFill>
              <a:schemeClr val="folHlink"/>
            </a:solidFill>
            <a:ln w="9525">
              <a:noFill/>
              <a:round/>
              <a:headEnd/>
              <a:tailEnd/>
            </a:ln>
            <a:effectLst/>
          </p:spPr>
          <p:txBody>
            <a:bodyPr wrap="none" anchor="ctr"/>
            <a:lstStyle/>
            <a:p>
              <a:endParaRPr lang="en-US"/>
            </a:p>
          </p:txBody>
        </p:sp>
        <p:sp>
          <p:nvSpPr>
            <p:cNvPr id="34" name="Oval 37"/>
            <p:cNvSpPr>
              <a:spLocks noChangeArrowheads="1"/>
            </p:cNvSpPr>
            <p:nvPr/>
          </p:nvSpPr>
          <p:spPr bwMode="auto">
            <a:xfrm>
              <a:off x="5241" y="2958"/>
              <a:ext cx="127" cy="127"/>
            </a:xfrm>
            <a:prstGeom prst="ellipse">
              <a:avLst/>
            </a:prstGeom>
            <a:solidFill>
              <a:schemeClr val="folHlink"/>
            </a:solidFill>
            <a:ln w="9525">
              <a:noFill/>
              <a:round/>
              <a:headEnd/>
              <a:tailEnd/>
            </a:ln>
            <a:effectLst/>
          </p:spPr>
          <p:txBody>
            <a:bodyPr wrap="none" anchor="ctr"/>
            <a:lstStyle/>
            <a:p>
              <a:endParaRPr lang="en-US"/>
            </a:p>
          </p:txBody>
        </p:sp>
        <p:sp>
          <p:nvSpPr>
            <p:cNvPr id="35" name="Oval 38"/>
            <p:cNvSpPr>
              <a:spLocks noChangeArrowheads="1"/>
            </p:cNvSpPr>
            <p:nvPr/>
          </p:nvSpPr>
          <p:spPr bwMode="auto">
            <a:xfrm>
              <a:off x="4883" y="3137"/>
              <a:ext cx="127" cy="127"/>
            </a:xfrm>
            <a:prstGeom prst="ellipse">
              <a:avLst/>
            </a:prstGeom>
            <a:solidFill>
              <a:schemeClr val="folHlink"/>
            </a:solidFill>
            <a:ln w="9525">
              <a:noFill/>
              <a:round/>
              <a:headEnd/>
              <a:tailEnd/>
            </a:ln>
            <a:effectLst/>
          </p:spPr>
          <p:txBody>
            <a:bodyPr wrap="none" anchor="ctr"/>
            <a:lstStyle/>
            <a:p>
              <a:endParaRPr lang="en-US"/>
            </a:p>
          </p:txBody>
        </p:sp>
        <p:sp>
          <p:nvSpPr>
            <p:cNvPr id="36" name="Oval 39"/>
            <p:cNvSpPr>
              <a:spLocks noChangeArrowheads="1"/>
            </p:cNvSpPr>
            <p:nvPr/>
          </p:nvSpPr>
          <p:spPr bwMode="auto">
            <a:xfrm>
              <a:off x="5241" y="3137"/>
              <a:ext cx="127" cy="127"/>
            </a:xfrm>
            <a:prstGeom prst="ellipse">
              <a:avLst/>
            </a:prstGeom>
            <a:solidFill>
              <a:schemeClr val="folHlink"/>
            </a:solidFill>
            <a:ln w="9525">
              <a:noFill/>
              <a:round/>
              <a:headEnd/>
              <a:tailEnd/>
            </a:ln>
            <a:effectLst/>
          </p:spPr>
          <p:txBody>
            <a:bodyPr wrap="none" anchor="ctr"/>
            <a:lstStyle/>
            <a:p>
              <a:endParaRPr lang="en-US"/>
            </a:p>
          </p:txBody>
        </p:sp>
      </p:grpSp>
      <p:sp>
        <p:nvSpPr>
          <p:cNvPr id="37" name="Line 40"/>
          <p:cNvSpPr>
            <a:spLocks noChangeShapeType="1"/>
          </p:cNvSpPr>
          <p:nvPr/>
        </p:nvSpPr>
        <p:spPr bwMode="auto">
          <a:xfrm>
            <a:off x="304800" y="2819400"/>
            <a:ext cx="8229600" cy="0"/>
          </a:xfrm>
          <a:prstGeom prst="line">
            <a:avLst/>
          </a:prstGeom>
          <a:noFill/>
          <a:ln w="6350">
            <a:solidFill>
              <a:schemeClr val="tx1"/>
            </a:solidFill>
            <a:round/>
            <a:headEnd/>
            <a:tailEnd/>
          </a:ln>
          <a:effectLst/>
        </p:spPr>
        <p:txBody>
          <a:bodyPr/>
          <a:lstStyle/>
          <a:p>
            <a:endParaRPr lang="en-US"/>
          </a:p>
        </p:txBody>
      </p:sp>
      <p:sp>
        <p:nvSpPr>
          <p:cNvPr id="15363" name="Rectangle 3"/>
          <p:cNvSpPr>
            <a:spLocks noGrp="1" noChangeArrowheads="1"/>
          </p:cNvSpPr>
          <p:nvPr>
            <p:ph type="ctrTitle"/>
          </p:nvPr>
        </p:nvSpPr>
        <p:spPr>
          <a:xfrm>
            <a:off x="315913" y="466725"/>
            <a:ext cx="6781800" cy="2133600"/>
          </a:xfrm>
        </p:spPr>
        <p:txBody>
          <a:bodyPr/>
          <a:lstStyle>
            <a:lvl1pPr algn="r">
              <a:defRPr sz="4800"/>
            </a:lvl1pPr>
          </a:lstStyle>
          <a:p>
            <a:pPr lvl="0"/>
            <a:r>
              <a:rPr lang="en-US" altLang="en-US" noProof="0"/>
              <a:t>Click to edit Master title style</a:t>
            </a:r>
          </a:p>
        </p:txBody>
      </p:sp>
      <p:sp>
        <p:nvSpPr>
          <p:cNvPr id="15364" name="Rectangle 4"/>
          <p:cNvSpPr>
            <a:spLocks noGrp="1" noChangeArrowheads="1"/>
          </p:cNvSpPr>
          <p:nvPr>
            <p:ph type="subTitle" idx="1"/>
          </p:nvPr>
        </p:nvSpPr>
        <p:spPr>
          <a:xfrm>
            <a:off x="849313" y="3049588"/>
            <a:ext cx="6248400" cy="2362200"/>
          </a:xfrm>
        </p:spPr>
        <p:txBody>
          <a:bodyPr/>
          <a:lstStyle>
            <a:lvl1pPr marL="0" indent="0" algn="r">
              <a:buFont typeface="Wingdings" pitchFamily="2" charset="2"/>
              <a:buNone/>
              <a:defRPr sz="3200"/>
            </a:lvl1pPr>
          </a:lstStyle>
          <a:p>
            <a:pPr lvl="0"/>
            <a:r>
              <a:rPr lang="en-US" altLang="en-US" noProof="0"/>
              <a:t>Click to edit Master subtitle style</a:t>
            </a:r>
          </a:p>
        </p:txBody>
      </p:sp>
      <p:sp>
        <p:nvSpPr>
          <p:cNvPr id="38" name="Rectangle 5"/>
          <p:cNvSpPr>
            <a:spLocks noGrp="1" noChangeArrowheads="1"/>
          </p:cNvSpPr>
          <p:nvPr>
            <p:ph type="dt" sz="half" idx="10"/>
          </p:nvPr>
        </p:nvSpPr>
        <p:spPr>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mtClean="0"/>
            </a:lvl1pPr>
          </a:lstStyle>
          <a:p>
            <a:pPr>
              <a:defRPr/>
            </a:pPr>
            <a:fld id="{2C15B49D-9933-4BEF-9F0E-157F67ABB56A}" type="datetime1">
              <a:rPr lang="en-US" altLang="en-US"/>
              <a:pPr>
                <a:defRPr/>
              </a:pPr>
              <a:t>1/10/2026</a:t>
            </a:fld>
            <a:endParaRPr lang="en-US" altLang="en-US"/>
          </a:p>
        </p:txBody>
      </p:sp>
      <p:sp>
        <p:nvSpPr>
          <p:cNvPr id="39" name="Rectangle 6"/>
          <p:cNvSpPr>
            <a:spLocks noGrp="1" noChangeArrowheads="1"/>
          </p:cNvSpPr>
          <p:nvPr>
            <p:ph type="ftr" sz="quarter" idx="11"/>
          </p:nvPr>
        </p:nvSpPr>
        <p:spPr>
          <a:xfrm>
            <a:off x="2819400" y="6400800"/>
            <a:ext cx="3581400" cy="304800"/>
          </a:xfr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mtClean="0"/>
            </a:lvl1pPr>
          </a:lstStyle>
          <a:p>
            <a:pPr>
              <a:defRPr/>
            </a:pPr>
            <a:endParaRPr lang="en-US" altLang="en-US"/>
          </a:p>
        </p:txBody>
      </p:sp>
      <p:sp>
        <p:nvSpPr>
          <p:cNvPr id="40" name="Rectangle 7"/>
          <p:cNvSpPr>
            <a:spLocks noGrp="1" noChangeArrowheads="1"/>
          </p:cNvSpPr>
          <p:nvPr>
            <p:ph type="sldNum" sz="quarter" idx="12"/>
          </p:nvPr>
        </p:nvSpPr>
        <p:spPr>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mtClean="0"/>
            </a:lvl1pPr>
          </a:lstStyle>
          <a:p>
            <a:pPr>
              <a:defRPr/>
            </a:pPr>
            <a:fld id="{A4F60B88-C134-4329-ABFC-9CF2CC655896}" type="slidenum">
              <a:rPr lang="en-US" altLang="en-US"/>
              <a:pPr>
                <a:defRPr/>
              </a:pPr>
              <a:t>‹#›</a:t>
            </a:fld>
            <a:endParaRPr lang="en-US"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
          <p:cNvSpPr>
            <a:spLocks noGrp="1" noChangeArrowheads="1"/>
          </p:cNvSpPr>
          <p:nvPr>
            <p:ph type="dt" sz="half" idx="10"/>
          </p:nvPr>
        </p:nvSpPr>
        <p:spPr>
          <a:ln/>
        </p:spPr>
        <p:txBody>
          <a:bodyPr/>
          <a:lstStyle>
            <a:lvl1pPr>
              <a:defRPr/>
            </a:lvl1pPr>
          </a:lstStyle>
          <a:p>
            <a:pPr>
              <a:defRPr/>
            </a:pPr>
            <a:fld id="{2E2D0E76-42FA-4446-8316-D0469320A1F5}" type="datetime1">
              <a:rPr lang="en-US" altLang="en-US"/>
              <a:pPr>
                <a:defRPr/>
              </a:pPr>
              <a:t>1/10/2026</a:t>
            </a:fld>
            <a:endParaRPr lang="en-US" altLang="en-US"/>
          </a:p>
        </p:txBody>
      </p:sp>
      <p:sp>
        <p:nvSpPr>
          <p:cNvPr id="5" name="Rectangle 6"/>
          <p:cNvSpPr>
            <a:spLocks noGrp="1" noChangeArrowheads="1"/>
          </p:cNvSpPr>
          <p:nvPr>
            <p:ph type="ftr" sz="quarter" idx="11"/>
          </p:nvPr>
        </p:nvSpPr>
        <p:spPr>
          <a:ln/>
        </p:spPr>
        <p:txBody>
          <a:bodyPr/>
          <a:lstStyle>
            <a:lvl1pPr>
              <a:defRPr/>
            </a:lvl1pPr>
          </a:lstStyle>
          <a:p>
            <a:pPr>
              <a:defRPr/>
            </a:pPr>
            <a:r>
              <a:rPr lang="en-US" altLang="en-US"/>
              <a:t>Thesis Topic</a:t>
            </a:r>
          </a:p>
        </p:txBody>
      </p:sp>
      <p:sp>
        <p:nvSpPr>
          <p:cNvPr id="6" name="Rectangle 7"/>
          <p:cNvSpPr>
            <a:spLocks noGrp="1" noChangeArrowheads="1"/>
          </p:cNvSpPr>
          <p:nvPr>
            <p:ph type="sldNum" sz="quarter" idx="12"/>
          </p:nvPr>
        </p:nvSpPr>
        <p:spPr>
          <a:ln/>
        </p:spPr>
        <p:txBody>
          <a:bodyPr/>
          <a:lstStyle>
            <a:lvl1pPr>
              <a:defRPr/>
            </a:lvl1pPr>
          </a:lstStyle>
          <a:p>
            <a:pPr>
              <a:defRPr/>
            </a:pPr>
            <a:fld id="{00A393D6-1E74-4180-A58A-D9A78CFE0BF6}" type="slidenum">
              <a:rPr lang="en-US" altLang="en-US"/>
              <a:pPr>
                <a:defRPr/>
              </a:pPr>
              <a:t>‹#›</a:t>
            </a:fld>
            <a:endParaRPr lang="en-US"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5"/>
          <p:cNvSpPr>
            <a:spLocks noGrp="1" noChangeArrowheads="1"/>
          </p:cNvSpPr>
          <p:nvPr>
            <p:ph type="dt" sz="half" idx="10"/>
          </p:nvPr>
        </p:nvSpPr>
        <p:spPr>
          <a:ln/>
        </p:spPr>
        <p:txBody>
          <a:bodyPr/>
          <a:lstStyle>
            <a:lvl1pPr>
              <a:defRPr/>
            </a:lvl1pPr>
          </a:lstStyle>
          <a:p>
            <a:pPr>
              <a:defRPr/>
            </a:pPr>
            <a:fld id="{1EAB2749-ABD7-4317-A8E4-ED16E05682A6}" type="datetime1">
              <a:rPr lang="en-US" altLang="en-US"/>
              <a:pPr>
                <a:defRPr/>
              </a:pPr>
              <a:t>1/10/2026</a:t>
            </a:fld>
            <a:endParaRPr lang="en-US" altLang="en-US"/>
          </a:p>
        </p:txBody>
      </p:sp>
      <p:sp>
        <p:nvSpPr>
          <p:cNvPr id="5" name="Rectangle 6"/>
          <p:cNvSpPr>
            <a:spLocks noGrp="1" noChangeArrowheads="1"/>
          </p:cNvSpPr>
          <p:nvPr>
            <p:ph type="ftr" sz="quarter" idx="11"/>
          </p:nvPr>
        </p:nvSpPr>
        <p:spPr>
          <a:ln/>
        </p:spPr>
        <p:txBody>
          <a:bodyPr/>
          <a:lstStyle>
            <a:lvl1pPr>
              <a:defRPr/>
            </a:lvl1pPr>
          </a:lstStyle>
          <a:p>
            <a:pPr>
              <a:defRPr/>
            </a:pPr>
            <a:r>
              <a:rPr lang="en-US" altLang="en-US"/>
              <a:t>Thesis Topic</a:t>
            </a:r>
          </a:p>
        </p:txBody>
      </p:sp>
      <p:sp>
        <p:nvSpPr>
          <p:cNvPr id="6" name="Rectangle 7"/>
          <p:cNvSpPr>
            <a:spLocks noGrp="1" noChangeArrowheads="1"/>
          </p:cNvSpPr>
          <p:nvPr>
            <p:ph type="sldNum" sz="quarter" idx="12"/>
          </p:nvPr>
        </p:nvSpPr>
        <p:spPr>
          <a:ln/>
        </p:spPr>
        <p:txBody>
          <a:bodyPr/>
          <a:lstStyle>
            <a:lvl1pPr>
              <a:defRPr/>
            </a:lvl1pPr>
          </a:lstStyle>
          <a:p>
            <a:pPr>
              <a:defRPr/>
            </a:pPr>
            <a:fld id="{2D673104-85B3-4739-9301-169A166E25C4}" type="slidenum">
              <a:rPr lang="en-US" altLang="en-US"/>
              <a:pPr>
                <a:defRPr/>
              </a:pPr>
              <a:t>‹#›</a:t>
            </a:fld>
            <a:endParaRPr lang="en-US"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752600"/>
            <a:ext cx="4038600" cy="44116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752600"/>
            <a:ext cx="4038600" cy="44116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5"/>
          <p:cNvSpPr>
            <a:spLocks noGrp="1" noChangeArrowheads="1"/>
          </p:cNvSpPr>
          <p:nvPr>
            <p:ph type="dt" sz="half" idx="10"/>
          </p:nvPr>
        </p:nvSpPr>
        <p:spPr>
          <a:ln/>
        </p:spPr>
        <p:txBody>
          <a:bodyPr/>
          <a:lstStyle>
            <a:lvl1pPr>
              <a:defRPr/>
            </a:lvl1pPr>
          </a:lstStyle>
          <a:p>
            <a:pPr>
              <a:defRPr/>
            </a:pPr>
            <a:fld id="{9322C3C6-EA04-4E6D-A7AD-FAA93387A5AC}" type="datetime1">
              <a:rPr lang="en-US" altLang="en-US"/>
              <a:pPr>
                <a:defRPr/>
              </a:pPr>
              <a:t>1/10/2026</a:t>
            </a:fld>
            <a:endParaRPr lang="en-US" altLang="en-US"/>
          </a:p>
        </p:txBody>
      </p:sp>
      <p:sp>
        <p:nvSpPr>
          <p:cNvPr id="6" name="Rectangle 6"/>
          <p:cNvSpPr>
            <a:spLocks noGrp="1" noChangeArrowheads="1"/>
          </p:cNvSpPr>
          <p:nvPr>
            <p:ph type="ftr" sz="quarter" idx="11"/>
          </p:nvPr>
        </p:nvSpPr>
        <p:spPr>
          <a:ln/>
        </p:spPr>
        <p:txBody>
          <a:bodyPr/>
          <a:lstStyle>
            <a:lvl1pPr>
              <a:defRPr/>
            </a:lvl1pPr>
          </a:lstStyle>
          <a:p>
            <a:pPr>
              <a:defRPr/>
            </a:pPr>
            <a:r>
              <a:rPr lang="en-US" altLang="en-US"/>
              <a:t>Thesis Topic</a:t>
            </a:r>
          </a:p>
        </p:txBody>
      </p:sp>
      <p:sp>
        <p:nvSpPr>
          <p:cNvPr id="7" name="Rectangle 7"/>
          <p:cNvSpPr>
            <a:spLocks noGrp="1" noChangeArrowheads="1"/>
          </p:cNvSpPr>
          <p:nvPr>
            <p:ph type="sldNum" sz="quarter" idx="12"/>
          </p:nvPr>
        </p:nvSpPr>
        <p:spPr>
          <a:ln/>
        </p:spPr>
        <p:txBody>
          <a:bodyPr/>
          <a:lstStyle>
            <a:lvl1pPr>
              <a:defRPr/>
            </a:lvl1pPr>
          </a:lstStyle>
          <a:p>
            <a:pPr>
              <a:defRPr/>
            </a:pPr>
            <a:fld id="{4DAFF54F-B45E-4D77-8676-65AB9C37BC89}" type="slidenum">
              <a:rPr lang="en-US" altLang="en-US"/>
              <a:pPr>
                <a:defRPr/>
              </a:pPr>
              <a:t>‹#›</a:t>
            </a:fld>
            <a:endParaRPr lang="en-US"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5"/>
          <p:cNvSpPr>
            <a:spLocks noGrp="1" noChangeArrowheads="1"/>
          </p:cNvSpPr>
          <p:nvPr>
            <p:ph type="dt" sz="half" idx="10"/>
          </p:nvPr>
        </p:nvSpPr>
        <p:spPr>
          <a:ln/>
        </p:spPr>
        <p:txBody>
          <a:bodyPr/>
          <a:lstStyle>
            <a:lvl1pPr>
              <a:defRPr/>
            </a:lvl1pPr>
          </a:lstStyle>
          <a:p>
            <a:pPr>
              <a:defRPr/>
            </a:pPr>
            <a:fld id="{606F71D3-2813-4675-8AB9-B879BAB9377A}" type="datetime1">
              <a:rPr lang="en-US" altLang="en-US"/>
              <a:pPr>
                <a:defRPr/>
              </a:pPr>
              <a:t>1/10/2026</a:t>
            </a:fld>
            <a:endParaRPr lang="en-US" altLang="en-US"/>
          </a:p>
        </p:txBody>
      </p:sp>
      <p:sp>
        <p:nvSpPr>
          <p:cNvPr id="8" name="Rectangle 6"/>
          <p:cNvSpPr>
            <a:spLocks noGrp="1" noChangeArrowheads="1"/>
          </p:cNvSpPr>
          <p:nvPr>
            <p:ph type="ftr" sz="quarter" idx="11"/>
          </p:nvPr>
        </p:nvSpPr>
        <p:spPr>
          <a:ln/>
        </p:spPr>
        <p:txBody>
          <a:bodyPr/>
          <a:lstStyle>
            <a:lvl1pPr>
              <a:defRPr/>
            </a:lvl1pPr>
          </a:lstStyle>
          <a:p>
            <a:pPr>
              <a:defRPr/>
            </a:pPr>
            <a:r>
              <a:rPr lang="en-US" altLang="en-US"/>
              <a:t>Thesis Topic</a:t>
            </a:r>
          </a:p>
        </p:txBody>
      </p:sp>
      <p:sp>
        <p:nvSpPr>
          <p:cNvPr id="9" name="Rectangle 7"/>
          <p:cNvSpPr>
            <a:spLocks noGrp="1" noChangeArrowheads="1"/>
          </p:cNvSpPr>
          <p:nvPr>
            <p:ph type="sldNum" sz="quarter" idx="12"/>
          </p:nvPr>
        </p:nvSpPr>
        <p:spPr>
          <a:ln/>
        </p:spPr>
        <p:txBody>
          <a:bodyPr/>
          <a:lstStyle>
            <a:lvl1pPr>
              <a:defRPr/>
            </a:lvl1pPr>
          </a:lstStyle>
          <a:p>
            <a:pPr>
              <a:defRPr/>
            </a:pPr>
            <a:fld id="{9405E0A1-FD81-4E6B-A838-EB466DC7F320}" type="slidenum">
              <a:rPr lang="en-US" altLang="en-US"/>
              <a:pPr>
                <a:defRPr/>
              </a:pPr>
              <a:t>‹#›</a:t>
            </a:fld>
            <a:endParaRPr lang="en-US"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5"/>
          <p:cNvSpPr>
            <a:spLocks noGrp="1" noChangeArrowheads="1"/>
          </p:cNvSpPr>
          <p:nvPr>
            <p:ph type="dt" sz="half" idx="10"/>
          </p:nvPr>
        </p:nvSpPr>
        <p:spPr>
          <a:ln/>
        </p:spPr>
        <p:txBody>
          <a:bodyPr/>
          <a:lstStyle>
            <a:lvl1pPr>
              <a:defRPr/>
            </a:lvl1pPr>
          </a:lstStyle>
          <a:p>
            <a:pPr>
              <a:defRPr/>
            </a:pPr>
            <a:fld id="{69CD67A6-8107-4833-8AAF-A322C50C2EF1}" type="datetime1">
              <a:rPr lang="en-US" altLang="en-US"/>
              <a:pPr>
                <a:defRPr/>
              </a:pPr>
              <a:t>1/10/2026</a:t>
            </a:fld>
            <a:endParaRPr lang="en-US" altLang="en-US"/>
          </a:p>
        </p:txBody>
      </p:sp>
      <p:sp>
        <p:nvSpPr>
          <p:cNvPr id="4" name="Rectangle 6"/>
          <p:cNvSpPr>
            <a:spLocks noGrp="1" noChangeArrowheads="1"/>
          </p:cNvSpPr>
          <p:nvPr>
            <p:ph type="ftr" sz="quarter" idx="11"/>
          </p:nvPr>
        </p:nvSpPr>
        <p:spPr>
          <a:ln/>
        </p:spPr>
        <p:txBody>
          <a:bodyPr/>
          <a:lstStyle>
            <a:lvl1pPr>
              <a:defRPr/>
            </a:lvl1pPr>
          </a:lstStyle>
          <a:p>
            <a:pPr>
              <a:defRPr/>
            </a:pPr>
            <a:r>
              <a:rPr lang="en-US" altLang="en-US"/>
              <a:t>Thesis Topic</a:t>
            </a:r>
          </a:p>
        </p:txBody>
      </p:sp>
      <p:sp>
        <p:nvSpPr>
          <p:cNvPr id="5" name="Rectangle 7"/>
          <p:cNvSpPr>
            <a:spLocks noGrp="1" noChangeArrowheads="1"/>
          </p:cNvSpPr>
          <p:nvPr>
            <p:ph type="sldNum" sz="quarter" idx="12"/>
          </p:nvPr>
        </p:nvSpPr>
        <p:spPr>
          <a:ln/>
        </p:spPr>
        <p:txBody>
          <a:bodyPr/>
          <a:lstStyle>
            <a:lvl1pPr>
              <a:defRPr/>
            </a:lvl1pPr>
          </a:lstStyle>
          <a:p>
            <a:pPr>
              <a:defRPr/>
            </a:pPr>
            <a:fld id="{4F4F2150-CC7A-4937-81BE-1B8C3437FD69}" type="slidenum">
              <a:rPr lang="en-US" altLang="en-US"/>
              <a:pPr>
                <a:defRPr/>
              </a:pPr>
              <a:t>‹#›</a:t>
            </a:fld>
            <a:endParaRPr lang="en-US"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5"/>
          <p:cNvSpPr>
            <a:spLocks noGrp="1" noChangeArrowheads="1"/>
          </p:cNvSpPr>
          <p:nvPr>
            <p:ph type="dt" sz="half" idx="10"/>
          </p:nvPr>
        </p:nvSpPr>
        <p:spPr>
          <a:ln/>
        </p:spPr>
        <p:txBody>
          <a:bodyPr/>
          <a:lstStyle>
            <a:lvl1pPr>
              <a:defRPr/>
            </a:lvl1pPr>
          </a:lstStyle>
          <a:p>
            <a:pPr>
              <a:defRPr/>
            </a:pPr>
            <a:fld id="{99D61571-43E0-4467-8251-F854D13096ED}" type="datetime1">
              <a:rPr lang="en-US" altLang="en-US"/>
              <a:pPr>
                <a:defRPr/>
              </a:pPr>
              <a:t>1/10/2026</a:t>
            </a:fld>
            <a:endParaRPr lang="en-US" altLang="en-US"/>
          </a:p>
        </p:txBody>
      </p:sp>
      <p:sp>
        <p:nvSpPr>
          <p:cNvPr id="3" name="Rectangle 6"/>
          <p:cNvSpPr>
            <a:spLocks noGrp="1" noChangeArrowheads="1"/>
          </p:cNvSpPr>
          <p:nvPr>
            <p:ph type="ftr" sz="quarter" idx="11"/>
          </p:nvPr>
        </p:nvSpPr>
        <p:spPr>
          <a:ln/>
        </p:spPr>
        <p:txBody>
          <a:bodyPr/>
          <a:lstStyle>
            <a:lvl1pPr>
              <a:defRPr/>
            </a:lvl1pPr>
          </a:lstStyle>
          <a:p>
            <a:pPr>
              <a:defRPr/>
            </a:pPr>
            <a:r>
              <a:rPr lang="en-US" altLang="en-US"/>
              <a:t>Thesis Topic</a:t>
            </a:r>
          </a:p>
        </p:txBody>
      </p:sp>
      <p:sp>
        <p:nvSpPr>
          <p:cNvPr id="4" name="Rectangle 7"/>
          <p:cNvSpPr>
            <a:spLocks noGrp="1" noChangeArrowheads="1"/>
          </p:cNvSpPr>
          <p:nvPr>
            <p:ph type="sldNum" sz="quarter" idx="12"/>
          </p:nvPr>
        </p:nvSpPr>
        <p:spPr>
          <a:ln/>
        </p:spPr>
        <p:txBody>
          <a:bodyPr/>
          <a:lstStyle>
            <a:lvl1pPr>
              <a:defRPr/>
            </a:lvl1pPr>
          </a:lstStyle>
          <a:p>
            <a:pPr>
              <a:defRPr/>
            </a:pPr>
            <a:fld id="{294BAAF2-2639-4749-9D1D-8868689C1B83}" type="slidenum">
              <a:rPr lang="en-US" altLang="en-US"/>
              <a:pPr>
                <a:defRPr/>
              </a:pPr>
              <a:t>‹#›</a:t>
            </a:fld>
            <a:endParaRPr lang="en-US"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5"/>
          <p:cNvSpPr>
            <a:spLocks noGrp="1" noChangeArrowheads="1"/>
          </p:cNvSpPr>
          <p:nvPr>
            <p:ph type="dt" sz="half" idx="10"/>
          </p:nvPr>
        </p:nvSpPr>
        <p:spPr>
          <a:ln/>
        </p:spPr>
        <p:txBody>
          <a:bodyPr/>
          <a:lstStyle>
            <a:lvl1pPr>
              <a:defRPr/>
            </a:lvl1pPr>
          </a:lstStyle>
          <a:p>
            <a:pPr>
              <a:defRPr/>
            </a:pPr>
            <a:fld id="{502F6B85-911A-48C7-B70F-8BA70CAD9126}" type="datetime1">
              <a:rPr lang="en-US" altLang="en-US"/>
              <a:pPr>
                <a:defRPr/>
              </a:pPr>
              <a:t>1/10/2026</a:t>
            </a:fld>
            <a:endParaRPr lang="en-US" altLang="en-US"/>
          </a:p>
        </p:txBody>
      </p:sp>
      <p:sp>
        <p:nvSpPr>
          <p:cNvPr id="6" name="Rectangle 6"/>
          <p:cNvSpPr>
            <a:spLocks noGrp="1" noChangeArrowheads="1"/>
          </p:cNvSpPr>
          <p:nvPr>
            <p:ph type="ftr" sz="quarter" idx="11"/>
          </p:nvPr>
        </p:nvSpPr>
        <p:spPr>
          <a:ln/>
        </p:spPr>
        <p:txBody>
          <a:bodyPr/>
          <a:lstStyle>
            <a:lvl1pPr>
              <a:defRPr/>
            </a:lvl1pPr>
          </a:lstStyle>
          <a:p>
            <a:pPr>
              <a:defRPr/>
            </a:pPr>
            <a:r>
              <a:rPr lang="en-US" altLang="en-US"/>
              <a:t>Thesis Topic</a:t>
            </a:r>
          </a:p>
        </p:txBody>
      </p:sp>
      <p:sp>
        <p:nvSpPr>
          <p:cNvPr id="7" name="Rectangle 7"/>
          <p:cNvSpPr>
            <a:spLocks noGrp="1" noChangeArrowheads="1"/>
          </p:cNvSpPr>
          <p:nvPr>
            <p:ph type="sldNum" sz="quarter" idx="12"/>
          </p:nvPr>
        </p:nvSpPr>
        <p:spPr>
          <a:ln/>
        </p:spPr>
        <p:txBody>
          <a:bodyPr/>
          <a:lstStyle>
            <a:lvl1pPr>
              <a:defRPr/>
            </a:lvl1pPr>
          </a:lstStyle>
          <a:p>
            <a:pPr>
              <a:defRPr/>
            </a:pPr>
            <a:fld id="{6353BF6F-3BC5-490E-939A-165A7EF9BE3B}" type="slidenum">
              <a:rPr lang="en-US" altLang="en-US"/>
              <a:pPr>
                <a:defRPr/>
              </a:pPr>
              <a:t>‹#›</a:t>
            </a:fld>
            <a:endParaRPr lang="en-US"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5"/>
          <p:cNvSpPr>
            <a:spLocks noGrp="1" noChangeArrowheads="1"/>
          </p:cNvSpPr>
          <p:nvPr>
            <p:ph type="dt" sz="half" idx="10"/>
          </p:nvPr>
        </p:nvSpPr>
        <p:spPr>
          <a:ln/>
        </p:spPr>
        <p:txBody>
          <a:bodyPr/>
          <a:lstStyle>
            <a:lvl1pPr>
              <a:defRPr/>
            </a:lvl1pPr>
          </a:lstStyle>
          <a:p>
            <a:pPr>
              <a:defRPr/>
            </a:pPr>
            <a:fld id="{91417040-272D-4A61-B9A8-FABA93BAE425}" type="datetime1">
              <a:rPr lang="en-US" altLang="en-US"/>
              <a:pPr>
                <a:defRPr/>
              </a:pPr>
              <a:t>1/10/2026</a:t>
            </a:fld>
            <a:endParaRPr lang="en-US" altLang="en-US"/>
          </a:p>
        </p:txBody>
      </p:sp>
      <p:sp>
        <p:nvSpPr>
          <p:cNvPr id="6" name="Rectangle 6"/>
          <p:cNvSpPr>
            <a:spLocks noGrp="1" noChangeArrowheads="1"/>
          </p:cNvSpPr>
          <p:nvPr>
            <p:ph type="ftr" sz="quarter" idx="11"/>
          </p:nvPr>
        </p:nvSpPr>
        <p:spPr>
          <a:ln/>
        </p:spPr>
        <p:txBody>
          <a:bodyPr/>
          <a:lstStyle>
            <a:lvl1pPr>
              <a:defRPr/>
            </a:lvl1pPr>
          </a:lstStyle>
          <a:p>
            <a:pPr>
              <a:defRPr/>
            </a:pPr>
            <a:r>
              <a:rPr lang="en-US" altLang="en-US"/>
              <a:t>Thesis Topic</a:t>
            </a:r>
          </a:p>
        </p:txBody>
      </p:sp>
      <p:sp>
        <p:nvSpPr>
          <p:cNvPr id="7" name="Rectangle 7"/>
          <p:cNvSpPr>
            <a:spLocks noGrp="1" noChangeArrowheads="1"/>
          </p:cNvSpPr>
          <p:nvPr>
            <p:ph type="sldNum" sz="quarter" idx="12"/>
          </p:nvPr>
        </p:nvSpPr>
        <p:spPr>
          <a:ln/>
        </p:spPr>
        <p:txBody>
          <a:bodyPr/>
          <a:lstStyle>
            <a:lvl1pPr>
              <a:defRPr/>
            </a:lvl1pPr>
          </a:lstStyle>
          <a:p>
            <a:pPr>
              <a:defRPr/>
            </a:pPr>
            <a:fld id="{D81DDC87-4B85-4FB6-9DA2-1E776F42CC47}" type="slidenum">
              <a:rPr lang="en-US" altLang="en-US"/>
              <a:pPr>
                <a:defRPr/>
              </a:pPr>
              <a:t>‹#›</a:t>
            </a:fld>
            <a:endParaRPr lang="en-US"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
          <p:cNvSpPr>
            <a:spLocks noGrp="1" noChangeArrowheads="1"/>
          </p:cNvSpPr>
          <p:nvPr>
            <p:ph type="dt" sz="half" idx="10"/>
          </p:nvPr>
        </p:nvSpPr>
        <p:spPr>
          <a:ln/>
        </p:spPr>
        <p:txBody>
          <a:bodyPr/>
          <a:lstStyle>
            <a:lvl1pPr>
              <a:defRPr/>
            </a:lvl1pPr>
          </a:lstStyle>
          <a:p>
            <a:pPr>
              <a:defRPr/>
            </a:pPr>
            <a:fld id="{3895139D-C1BA-4FCD-9D8B-CC67715AC8E3}" type="datetime1">
              <a:rPr lang="en-US" altLang="en-US"/>
              <a:pPr>
                <a:defRPr/>
              </a:pPr>
              <a:t>1/10/2026</a:t>
            </a:fld>
            <a:endParaRPr lang="en-US" altLang="en-US"/>
          </a:p>
        </p:txBody>
      </p:sp>
      <p:sp>
        <p:nvSpPr>
          <p:cNvPr id="5" name="Rectangle 6"/>
          <p:cNvSpPr>
            <a:spLocks noGrp="1" noChangeArrowheads="1"/>
          </p:cNvSpPr>
          <p:nvPr>
            <p:ph type="ftr" sz="quarter" idx="11"/>
          </p:nvPr>
        </p:nvSpPr>
        <p:spPr>
          <a:ln/>
        </p:spPr>
        <p:txBody>
          <a:bodyPr/>
          <a:lstStyle>
            <a:lvl1pPr>
              <a:defRPr/>
            </a:lvl1pPr>
          </a:lstStyle>
          <a:p>
            <a:pPr>
              <a:defRPr/>
            </a:pPr>
            <a:r>
              <a:rPr lang="en-US" altLang="en-US"/>
              <a:t>Thesis Topic</a:t>
            </a:r>
          </a:p>
        </p:txBody>
      </p:sp>
      <p:sp>
        <p:nvSpPr>
          <p:cNvPr id="6" name="Rectangle 7"/>
          <p:cNvSpPr>
            <a:spLocks noGrp="1" noChangeArrowheads="1"/>
          </p:cNvSpPr>
          <p:nvPr>
            <p:ph type="sldNum" sz="quarter" idx="12"/>
          </p:nvPr>
        </p:nvSpPr>
        <p:spPr>
          <a:ln/>
        </p:spPr>
        <p:txBody>
          <a:bodyPr/>
          <a:lstStyle>
            <a:lvl1pPr>
              <a:defRPr/>
            </a:lvl1pPr>
          </a:lstStyle>
          <a:p>
            <a:pPr>
              <a:defRPr/>
            </a:pPr>
            <a:fld id="{194ED59C-D79A-4AE9-83B3-0E133F4F8714}" type="slidenum">
              <a:rPr lang="en-US" altLang="en-US"/>
              <a:pPr>
                <a:defRPr/>
              </a:pPr>
              <a:t>‹#›</a:t>
            </a:fld>
            <a:endParaRPr lang="en-US"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22238"/>
            <a:ext cx="2057400" cy="60420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122238"/>
            <a:ext cx="6019800" cy="60420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
          <p:cNvSpPr>
            <a:spLocks noGrp="1" noChangeArrowheads="1"/>
          </p:cNvSpPr>
          <p:nvPr>
            <p:ph type="dt" sz="half" idx="10"/>
          </p:nvPr>
        </p:nvSpPr>
        <p:spPr>
          <a:ln/>
        </p:spPr>
        <p:txBody>
          <a:bodyPr/>
          <a:lstStyle>
            <a:lvl1pPr>
              <a:defRPr/>
            </a:lvl1pPr>
          </a:lstStyle>
          <a:p>
            <a:pPr>
              <a:defRPr/>
            </a:pPr>
            <a:fld id="{5F6D6888-F3F3-4A77-8DBB-356F25041EC9}" type="datetime1">
              <a:rPr lang="en-US" altLang="en-US"/>
              <a:pPr>
                <a:defRPr/>
              </a:pPr>
              <a:t>1/10/2026</a:t>
            </a:fld>
            <a:endParaRPr lang="en-US" altLang="en-US"/>
          </a:p>
        </p:txBody>
      </p:sp>
      <p:sp>
        <p:nvSpPr>
          <p:cNvPr id="5" name="Rectangle 6"/>
          <p:cNvSpPr>
            <a:spLocks noGrp="1" noChangeArrowheads="1"/>
          </p:cNvSpPr>
          <p:nvPr>
            <p:ph type="ftr" sz="quarter" idx="11"/>
          </p:nvPr>
        </p:nvSpPr>
        <p:spPr>
          <a:ln/>
        </p:spPr>
        <p:txBody>
          <a:bodyPr/>
          <a:lstStyle>
            <a:lvl1pPr>
              <a:defRPr/>
            </a:lvl1pPr>
          </a:lstStyle>
          <a:p>
            <a:pPr>
              <a:defRPr/>
            </a:pPr>
            <a:r>
              <a:rPr lang="en-US" altLang="en-US"/>
              <a:t>Thesis Topic</a:t>
            </a:r>
          </a:p>
        </p:txBody>
      </p:sp>
      <p:sp>
        <p:nvSpPr>
          <p:cNvPr id="6" name="Rectangle 7"/>
          <p:cNvSpPr>
            <a:spLocks noGrp="1" noChangeArrowheads="1"/>
          </p:cNvSpPr>
          <p:nvPr>
            <p:ph type="sldNum" sz="quarter" idx="12"/>
          </p:nvPr>
        </p:nvSpPr>
        <p:spPr>
          <a:ln/>
        </p:spPr>
        <p:txBody>
          <a:bodyPr/>
          <a:lstStyle>
            <a:lvl1pPr>
              <a:defRPr/>
            </a:lvl1pPr>
          </a:lstStyle>
          <a:p>
            <a:pPr>
              <a:defRPr/>
            </a:pPr>
            <a:fld id="{FD2019D0-9B57-46FD-BFC2-E771E8483BB0}" type="slidenum">
              <a:rPr lang="en-US" altLang="en-US"/>
              <a:pPr>
                <a:defRPr/>
              </a:pPr>
              <a:t>‹#›</a:t>
            </a:fld>
            <a:endParaRPr lang="en-US"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Line 2"/>
          <p:cNvSpPr>
            <a:spLocks noChangeShapeType="1"/>
          </p:cNvSpPr>
          <p:nvPr/>
        </p:nvSpPr>
        <p:spPr bwMode="auto">
          <a:xfrm>
            <a:off x="7962900" y="152400"/>
            <a:ext cx="0" cy="1524000"/>
          </a:xfrm>
          <a:prstGeom prst="line">
            <a:avLst/>
          </a:prstGeom>
          <a:noFill/>
          <a:ln w="9525">
            <a:solidFill>
              <a:schemeClr val="tx1"/>
            </a:solidFill>
            <a:round/>
            <a:headEnd/>
            <a:tailEnd/>
          </a:ln>
          <a:effectLst/>
        </p:spPr>
        <p:txBody>
          <a:bodyPr/>
          <a:lstStyle/>
          <a:p>
            <a:endParaRPr lang="en-US"/>
          </a:p>
        </p:txBody>
      </p:sp>
      <p:sp>
        <p:nvSpPr>
          <p:cNvPr id="1027" name="Rectangle 3"/>
          <p:cNvSpPr>
            <a:spLocks noGrp="1" noChangeArrowheads="1"/>
          </p:cNvSpPr>
          <p:nvPr>
            <p:ph type="title"/>
          </p:nvPr>
        </p:nvSpPr>
        <p:spPr bwMode="auto">
          <a:xfrm>
            <a:off x="457200" y="122238"/>
            <a:ext cx="7543800" cy="12954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p>
            <a:pPr lvl="0"/>
            <a:r>
              <a:rPr lang="en-US" altLang="en-US"/>
              <a:t>Click to edit Master title style</a:t>
            </a:r>
          </a:p>
        </p:txBody>
      </p:sp>
      <p:sp>
        <p:nvSpPr>
          <p:cNvPr id="1028" name="Rectangle 4"/>
          <p:cNvSpPr>
            <a:spLocks noGrp="1" noChangeArrowheads="1"/>
          </p:cNvSpPr>
          <p:nvPr>
            <p:ph type="body" idx="1"/>
          </p:nvPr>
        </p:nvSpPr>
        <p:spPr bwMode="auto">
          <a:xfrm>
            <a:off x="457200" y="1752600"/>
            <a:ext cx="8229600" cy="441166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4341" name="Rectangle 5"/>
          <p:cNvSpPr>
            <a:spLocks noGrp="1" noChangeArrowheads="1"/>
          </p:cNvSpPr>
          <p:nvPr>
            <p:ph type="dt" sz="half" idx="2"/>
          </p:nvPr>
        </p:nvSpPr>
        <p:spPr bwMode="auto">
          <a:xfrm>
            <a:off x="457200" y="6248400"/>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000" smtClean="0"/>
            </a:lvl1pPr>
          </a:lstStyle>
          <a:p>
            <a:pPr>
              <a:defRPr/>
            </a:pPr>
            <a:fld id="{09C718AE-F50C-4848-A28A-77965873BD7E}" type="datetime1">
              <a:rPr lang="en-US" altLang="en-US"/>
              <a:pPr>
                <a:defRPr/>
              </a:pPr>
              <a:t>1/10/2026</a:t>
            </a:fld>
            <a:endParaRPr lang="en-US" altLang="en-US"/>
          </a:p>
        </p:txBody>
      </p:sp>
      <p:sp>
        <p:nvSpPr>
          <p:cNvPr id="14342" name="Rectangle 6"/>
          <p:cNvSpPr>
            <a:spLocks noGrp="1" noChangeArrowheads="1"/>
          </p:cNvSpPr>
          <p:nvPr>
            <p:ph type="ftr" sz="quarter" idx="3"/>
          </p:nvPr>
        </p:nvSpPr>
        <p:spPr bwMode="auto">
          <a:xfrm>
            <a:off x="2895600" y="6400800"/>
            <a:ext cx="33528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sz="1200" b="1" i="1" smtClean="0"/>
            </a:lvl1pPr>
          </a:lstStyle>
          <a:p>
            <a:pPr>
              <a:defRPr/>
            </a:pPr>
            <a:r>
              <a:rPr lang="en-US" altLang="en-US"/>
              <a:t>Thesis Topic</a:t>
            </a:r>
          </a:p>
        </p:txBody>
      </p:sp>
      <p:sp>
        <p:nvSpPr>
          <p:cNvPr id="14343" name="Rectangle 7"/>
          <p:cNvSpPr>
            <a:spLocks noGrp="1" noChangeArrowheads="1"/>
          </p:cNvSpPr>
          <p:nvPr>
            <p:ph type="sldNum" sz="quarter" idx="4"/>
          </p:nvPr>
        </p:nvSpPr>
        <p:spPr bwMode="auto">
          <a:xfrm>
            <a:off x="6553200" y="6248400"/>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000" smtClean="0"/>
            </a:lvl1pPr>
          </a:lstStyle>
          <a:p>
            <a:pPr>
              <a:defRPr/>
            </a:pPr>
            <a:fld id="{BFC5BEB9-AEDD-45F0-ADE8-F88FE9DBC41D}" type="slidenum">
              <a:rPr lang="en-US" altLang="en-US"/>
              <a:pPr>
                <a:defRPr/>
              </a:pPr>
              <a:t>‹#›</a:t>
            </a:fld>
            <a:endParaRPr lang="en-US" altLang="en-US"/>
          </a:p>
        </p:txBody>
      </p:sp>
      <p:grpSp>
        <p:nvGrpSpPr>
          <p:cNvPr id="1032" name="Group 8"/>
          <p:cNvGrpSpPr>
            <a:grpSpLocks/>
          </p:cNvGrpSpPr>
          <p:nvPr/>
        </p:nvGrpSpPr>
        <p:grpSpPr bwMode="auto">
          <a:xfrm>
            <a:off x="8153400" y="152400"/>
            <a:ext cx="792163" cy="1295400"/>
            <a:chOff x="5136" y="960"/>
            <a:chExt cx="528" cy="864"/>
          </a:xfrm>
        </p:grpSpPr>
        <p:sp>
          <p:nvSpPr>
            <p:cNvPr id="1033" name="Oval 9"/>
            <p:cNvSpPr>
              <a:spLocks noChangeArrowheads="1"/>
            </p:cNvSpPr>
            <p:nvPr/>
          </p:nvSpPr>
          <p:spPr bwMode="auto">
            <a:xfrm>
              <a:off x="5136" y="960"/>
              <a:ext cx="80" cy="80"/>
            </a:xfrm>
            <a:prstGeom prst="ellipse">
              <a:avLst/>
            </a:prstGeom>
            <a:solidFill>
              <a:schemeClr val="tx2"/>
            </a:solidFill>
            <a:ln w="9525">
              <a:noFill/>
              <a:round/>
              <a:headEnd/>
              <a:tailEnd/>
            </a:ln>
            <a:effectLst/>
          </p:spPr>
          <p:txBody>
            <a:bodyPr wrap="none" anchor="ctr"/>
            <a:lstStyle/>
            <a:p>
              <a:endParaRPr lang="en-US"/>
            </a:p>
          </p:txBody>
        </p:sp>
        <p:sp>
          <p:nvSpPr>
            <p:cNvPr id="1034" name="Oval 10"/>
            <p:cNvSpPr>
              <a:spLocks noChangeArrowheads="1"/>
            </p:cNvSpPr>
            <p:nvPr/>
          </p:nvSpPr>
          <p:spPr bwMode="auto">
            <a:xfrm>
              <a:off x="5248" y="960"/>
              <a:ext cx="80" cy="80"/>
            </a:xfrm>
            <a:prstGeom prst="ellipse">
              <a:avLst/>
            </a:prstGeom>
            <a:solidFill>
              <a:schemeClr val="tx2"/>
            </a:solidFill>
            <a:ln w="9525">
              <a:noFill/>
              <a:round/>
              <a:headEnd/>
              <a:tailEnd/>
            </a:ln>
            <a:effectLst/>
          </p:spPr>
          <p:txBody>
            <a:bodyPr wrap="none" anchor="ctr"/>
            <a:lstStyle/>
            <a:p>
              <a:endParaRPr lang="en-US"/>
            </a:p>
          </p:txBody>
        </p:sp>
        <p:sp>
          <p:nvSpPr>
            <p:cNvPr id="1035" name="Oval 11"/>
            <p:cNvSpPr>
              <a:spLocks noChangeArrowheads="1"/>
            </p:cNvSpPr>
            <p:nvPr/>
          </p:nvSpPr>
          <p:spPr bwMode="auto">
            <a:xfrm>
              <a:off x="5360" y="960"/>
              <a:ext cx="80" cy="80"/>
            </a:xfrm>
            <a:prstGeom prst="ellipse">
              <a:avLst/>
            </a:prstGeom>
            <a:solidFill>
              <a:schemeClr val="tx2"/>
            </a:solidFill>
            <a:ln w="9525">
              <a:noFill/>
              <a:round/>
              <a:headEnd/>
              <a:tailEnd/>
            </a:ln>
            <a:effectLst/>
          </p:spPr>
          <p:txBody>
            <a:bodyPr wrap="none" anchor="ctr"/>
            <a:lstStyle/>
            <a:p>
              <a:endParaRPr lang="en-US"/>
            </a:p>
          </p:txBody>
        </p:sp>
        <p:sp>
          <p:nvSpPr>
            <p:cNvPr id="1036" name="Oval 12"/>
            <p:cNvSpPr>
              <a:spLocks noChangeArrowheads="1"/>
            </p:cNvSpPr>
            <p:nvPr/>
          </p:nvSpPr>
          <p:spPr bwMode="auto">
            <a:xfrm>
              <a:off x="5136" y="1072"/>
              <a:ext cx="80" cy="80"/>
            </a:xfrm>
            <a:prstGeom prst="ellipse">
              <a:avLst/>
            </a:prstGeom>
            <a:solidFill>
              <a:schemeClr val="tx2"/>
            </a:solidFill>
            <a:ln w="9525">
              <a:noFill/>
              <a:round/>
              <a:headEnd/>
              <a:tailEnd/>
            </a:ln>
            <a:effectLst/>
          </p:spPr>
          <p:txBody>
            <a:bodyPr wrap="none" anchor="ctr"/>
            <a:lstStyle/>
            <a:p>
              <a:endParaRPr lang="en-US"/>
            </a:p>
          </p:txBody>
        </p:sp>
        <p:sp>
          <p:nvSpPr>
            <p:cNvPr id="1037" name="Oval 13"/>
            <p:cNvSpPr>
              <a:spLocks noChangeArrowheads="1"/>
            </p:cNvSpPr>
            <p:nvPr/>
          </p:nvSpPr>
          <p:spPr bwMode="auto">
            <a:xfrm>
              <a:off x="5248" y="1072"/>
              <a:ext cx="80" cy="80"/>
            </a:xfrm>
            <a:prstGeom prst="ellipse">
              <a:avLst/>
            </a:prstGeom>
            <a:solidFill>
              <a:schemeClr val="tx2"/>
            </a:solidFill>
            <a:ln w="9525">
              <a:noFill/>
              <a:round/>
              <a:headEnd/>
              <a:tailEnd/>
            </a:ln>
            <a:effectLst/>
          </p:spPr>
          <p:txBody>
            <a:bodyPr wrap="none" anchor="ctr"/>
            <a:lstStyle/>
            <a:p>
              <a:endParaRPr lang="en-US"/>
            </a:p>
          </p:txBody>
        </p:sp>
        <p:sp>
          <p:nvSpPr>
            <p:cNvPr id="1038" name="Oval 14"/>
            <p:cNvSpPr>
              <a:spLocks noChangeArrowheads="1"/>
            </p:cNvSpPr>
            <p:nvPr/>
          </p:nvSpPr>
          <p:spPr bwMode="auto">
            <a:xfrm>
              <a:off x="5360" y="1072"/>
              <a:ext cx="80" cy="80"/>
            </a:xfrm>
            <a:prstGeom prst="ellipse">
              <a:avLst/>
            </a:prstGeom>
            <a:solidFill>
              <a:schemeClr val="tx2"/>
            </a:solidFill>
            <a:ln w="9525">
              <a:noFill/>
              <a:round/>
              <a:headEnd/>
              <a:tailEnd/>
            </a:ln>
            <a:effectLst/>
          </p:spPr>
          <p:txBody>
            <a:bodyPr wrap="none" anchor="ctr"/>
            <a:lstStyle/>
            <a:p>
              <a:endParaRPr lang="en-US"/>
            </a:p>
          </p:txBody>
        </p:sp>
        <p:sp>
          <p:nvSpPr>
            <p:cNvPr id="1039" name="Oval 15"/>
            <p:cNvSpPr>
              <a:spLocks noChangeArrowheads="1"/>
            </p:cNvSpPr>
            <p:nvPr/>
          </p:nvSpPr>
          <p:spPr bwMode="auto">
            <a:xfrm>
              <a:off x="5472" y="1072"/>
              <a:ext cx="80" cy="80"/>
            </a:xfrm>
            <a:prstGeom prst="ellipse">
              <a:avLst/>
            </a:prstGeom>
            <a:solidFill>
              <a:schemeClr val="accent2"/>
            </a:solidFill>
            <a:ln w="9525">
              <a:noFill/>
              <a:round/>
              <a:headEnd/>
              <a:tailEnd/>
            </a:ln>
            <a:effectLst/>
          </p:spPr>
          <p:txBody>
            <a:bodyPr wrap="none" anchor="ctr"/>
            <a:lstStyle/>
            <a:p>
              <a:endParaRPr lang="en-US"/>
            </a:p>
          </p:txBody>
        </p:sp>
        <p:sp>
          <p:nvSpPr>
            <p:cNvPr id="1040" name="Oval 16"/>
            <p:cNvSpPr>
              <a:spLocks noChangeArrowheads="1"/>
            </p:cNvSpPr>
            <p:nvPr/>
          </p:nvSpPr>
          <p:spPr bwMode="auto">
            <a:xfrm>
              <a:off x="5136" y="1184"/>
              <a:ext cx="80" cy="80"/>
            </a:xfrm>
            <a:prstGeom prst="ellipse">
              <a:avLst/>
            </a:prstGeom>
            <a:solidFill>
              <a:schemeClr val="tx2"/>
            </a:solidFill>
            <a:ln w="9525">
              <a:noFill/>
              <a:round/>
              <a:headEnd/>
              <a:tailEnd/>
            </a:ln>
            <a:effectLst/>
          </p:spPr>
          <p:txBody>
            <a:bodyPr wrap="none" anchor="ctr"/>
            <a:lstStyle/>
            <a:p>
              <a:endParaRPr lang="en-US"/>
            </a:p>
          </p:txBody>
        </p:sp>
        <p:sp>
          <p:nvSpPr>
            <p:cNvPr id="1041" name="Oval 17"/>
            <p:cNvSpPr>
              <a:spLocks noChangeArrowheads="1"/>
            </p:cNvSpPr>
            <p:nvPr/>
          </p:nvSpPr>
          <p:spPr bwMode="auto">
            <a:xfrm>
              <a:off x="5248" y="1184"/>
              <a:ext cx="80" cy="80"/>
            </a:xfrm>
            <a:prstGeom prst="ellipse">
              <a:avLst/>
            </a:prstGeom>
            <a:solidFill>
              <a:schemeClr val="tx2"/>
            </a:solidFill>
            <a:ln w="9525">
              <a:noFill/>
              <a:round/>
              <a:headEnd/>
              <a:tailEnd/>
            </a:ln>
            <a:effectLst/>
          </p:spPr>
          <p:txBody>
            <a:bodyPr wrap="none" anchor="ctr"/>
            <a:lstStyle/>
            <a:p>
              <a:endParaRPr lang="en-US"/>
            </a:p>
          </p:txBody>
        </p:sp>
        <p:sp>
          <p:nvSpPr>
            <p:cNvPr id="1042" name="Oval 18"/>
            <p:cNvSpPr>
              <a:spLocks noChangeArrowheads="1"/>
            </p:cNvSpPr>
            <p:nvPr/>
          </p:nvSpPr>
          <p:spPr bwMode="auto">
            <a:xfrm>
              <a:off x="5360" y="1184"/>
              <a:ext cx="80" cy="80"/>
            </a:xfrm>
            <a:prstGeom prst="ellipse">
              <a:avLst/>
            </a:prstGeom>
            <a:solidFill>
              <a:schemeClr val="accent2"/>
            </a:solidFill>
            <a:ln w="9525">
              <a:noFill/>
              <a:round/>
              <a:headEnd/>
              <a:tailEnd/>
            </a:ln>
            <a:effectLst/>
          </p:spPr>
          <p:txBody>
            <a:bodyPr wrap="none" anchor="ctr"/>
            <a:lstStyle/>
            <a:p>
              <a:endParaRPr lang="en-US"/>
            </a:p>
          </p:txBody>
        </p:sp>
        <p:sp>
          <p:nvSpPr>
            <p:cNvPr id="1043" name="Oval 19"/>
            <p:cNvSpPr>
              <a:spLocks noChangeArrowheads="1"/>
            </p:cNvSpPr>
            <p:nvPr/>
          </p:nvSpPr>
          <p:spPr bwMode="auto">
            <a:xfrm>
              <a:off x="5472" y="1184"/>
              <a:ext cx="80" cy="80"/>
            </a:xfrm>
            <a:prstGeom prst="ellipse">
              <a:avLst/>
            </a:prstGeom>
            <a:solidFill>
              <a:schemeClr val="accent2"/>
            </a:solidFill>
            <a:ln w="9525">
              <a:noFill/>
              <a:round/>
              <a:headEnd/>
              <a:tailEnd/>
            </a:ln>
            <a:effectLst/>
          </p:spPr>
          <p:txBody>
            <a:bodyPr wrap="none" anchor="ctr"/>
            <a:lstStyle/>
            <a:p>
              <a:endParaRPr lang="en-US"/>
            </a:p>
          </p:txBody>
        </p:sp>
        <p:sp>
          <p:nvSpPr>
            <p:cNvPr id="1044" name="Oval 20"/>
            <p:cNvSpPr>
              <a:spLocks noChangeArrowheads="1"/>
            </p:cNvSpPr>
            <p:nvPr/>
          </p:nvSpPr>
          <p:spPr bwMode="auto">
            <a:xfrm>
              <a:off x="5584" y="1184"/>
              <a:ext cx="80" cy="80"/>
            </a:xfrm>
            <a:prstGeom prst="ellipse">
              <a:avLst/>
            </a:prstGeom>
            <a:solidFill>
              <a:schemeClr val="accent1"/>
            </a:solidFill>
            <a:ln w="9525">
              <a:noFill/>
              <a:round/>
              <a:headEnd/>
              <a:tailEnd/>
            </a:ln>
            <a:effectLst/>
          </p:spPr>
          <p:txBody>
            <a:bodyPr wrap="none" anchor="ctr"/>
            <a:lstStyle/>
            <a:p>
              <a:endParaRPr lang="en-US"/>
            </a:p>
          </p:txBody>
        </p:sp>
        <p:sp>
          <p:nvSpPr>
            <p:cNvPr id="1045" name="Oval 21"/>
            <p:cNvSpPr>
              <a:spLocks noChangeArrowheads="1"/>
            </p:cNvSpPr>
            <p:nvPr/>
          </p:nvSpPr>
          <p:spPr bwMode="auto">
            <a:xfrm>
              <a:off x="5136" y="1296"/>
              <a:ext cx="80" cy="80"/>
            </a:xfrm>
            <a:prstGeom prst="ellipse">
              <a:avLst/>
            </a:prstGeom>
            <a:solidFill>
              <a:schemeClr val="tx2"/>
            </a:solidFill>
            <a:ln w="9525">
              <a:noFill/>
              <a:round/>
              <a:headEnd/>
              <a:tailEnd/>
            </a:ln>
            <a:effectLst/>
          </p:spPr>
          <p:txBody>
            <a:bodyPr wrap="none" anchor="ctr"/>
            <a:lstStyle/>
            <a:p>
              <a:endParaRPr lang="en-US"/>
            </a:p>
          </p:txBody>
        </p:sp>
        <p:sp>
          <p:nvSpPr>
            <p:cNvPr id="1046" name="Oval 22"/>
            <p:cNvSpPr>
              <a:spLocks noChangeArrowheads="1"/>
            </p:cNvSpPr>
            <p:nvPr/>
          </p:nvSpPr>
          <p:spPr bwMode="auto">
            <a:xfrm>
              <a:off x="5248" y="1296"/>
              <a:ext cx="80" cy="80"/>
            </a:xfrm>
            <a:prstGeom prst="ellipse">
              <a:avLst/>
            </a:prstGeom>
            <a:solidFill>
              <a:schemeClr val="accent2"/>
            </a:solidFill>
            <a:ln w="9525">
              <a:noFill/>
              <a:round/>
              <a:headEnd/>
              <a:tailEnd/>
            </a:ln>
            <a:effectLst/>
          </p:spPr>
          <p:txBody>
            <a:bodyPr wrap="none" anchor="ctr"/>
            <a:lstStyle/>
            <a:p>
              <a:endParaRPr lang="en-US"/>
            </a:p>
          </p:txBody>
        </p:sp>
        <p:sp>
          <p:nvSpPr>
            <p:cNvPr id="1047" name="Oval 23"/>
            <p:cNvSpPr>
              <a:spLocks noChangeArrowheads="1"/>
            </p:cNvSpPr>
            <p:nvPr/>
          </p:nvSpPr>
          <p:spPr bwMode="auto">
            <a:xfrm>
              <a:off x="5360" y="1296"/>
              <a:ext cx="80" cy="80"/>
            </a:xfrm>
            <a:prstGeom prst="ellipse">
              <a:avLst/>
            </a:prstGeom>
            <a:solidFill>
              <a:schemeClr val="accent2"/>
            </a:solidFill>
            <a:ln w="9525">
              <a:noFill/>
              <a:round/>
              <a:headEnd/>
              <a:tailEnd/>
            </a:ln>
            <a:effectLst/>
          </p:spPr>
          <p:txBody>
            <a:bodyPr wrap="none" anchor="ctr"/>
            <a:lstStyle/>
            <a:p>
              <a:endParaRPr lang="en-US"/>
            </a:p>
          </p:txBody>
        </p:sp>
        <p:sp>
          <p:nvSpPr>
            <p:cNvPr id="1048" name="Oval 24"/>
            <p:cNvSpPr>
              <a:spLocks noChangeArrowheads="1"/>
            </p:cNvSpPr>
            <p:nvPr/>
          </p:nvSpPr>
          <p:spPr bwMode="auto">
            <a:xfrm>
              <a:off x="5472" y="1296"/>
              <a:ext cx="80" cy="80"/>
            </a:xfrm>
            <a:prstGeom prst="ellipse">
              <a:avLst/>
            </a:prstGeom>
            <a:solidFill>
              <a:schemeClr val="accent1"/>
            </a:solidFill>
            <a:ln w="9525">
              <a:noFill/>
              <a:round/>
              <a:headEnd/>
              <a:tailEnd/>
            </a:ln>
            <a:effectLst/>
          </p:spPr>
          <p:txBody>
            <a:bodyPr wrap="none" anchor="ctr"/>
            <a:lstStyle/>
            <a:p>
              <a:endParaRPr lang="en-US"/>
            </a:p>
          </p:txBody>
        </p:sp>
        <p:sp>
          <p:nvSpPr>
            <p:cNvPr id="1049" name="Oval 25"/>
            <p:cNvSpPr>
              <a:spLocks noChangeArrowheads="1"/>
            </p:cNvSpPr>
            <p:nvPr/>
          </p:nvSpPr>
          <p:spPr bwMode="auto">
            <a:xfrm>
              <a:off x="5136" y="1408"/>
              <a:ext cx="80" cy="80"/>
            </a:xfrm>
            <a:prstGeom prst="ellipse">
              <a:avLst/>
            </a:prstGeom>
            <a:solidFill>
              <a:schemeClr val="accent2"/>
            </a:solidFill>
            <a:ln w="9525">
              <a:noFill/>
              <a:round/>
              <a:headEnd/>
              <a:tailEnd/>
            </a:ln>
            <a:effectLst/>
          </p:spPr>
          <p:txBody>
            <a:bodyPr wrap="none" anchor="ctr"/>
            <a:lstStyle/>
            <a:p>
              <a:endParaRPr lang="en-US"/>
            </a:p>
          </p:txBody>
        </p:sp>
        <p:sp>
          <p:nvSpPr>
            <p:cNvPr id="1050" name="Oval 26"/>
            <p:cNvSpPr>
              <a:spLocks noChangeArrowheads="1"/>
            </p:cNvSpPr>
            <p:nvPr/>
          </p:nvSpPr>
          <p:spPr bwMode="auto">
            <a:xfrm>
              <a:off x="5248" y="1408"/>
              <a:ext cx="80" cy="80"/>
            </a:xfrm>
            <a:prstGeom prst="ellipse">
              <a:avLst/>
            </a:prstGeom>
            <a:solidFill>
              <a:schemeClr val="accent2"/>
            </a:solidFill>
            <a:ln w="9525">
              <a:noFill/>
              <a:round/>
              <a:headEnd/>
              <a:tailEnd/>
            </a:ln>
            <a:effectLst/>
          </p:spPr>
          <p:txBody>
            <a:bodyPr wrap="none" anchor="ctr"/>
            <a:lstStyle/>
            <a:p>
              <a:endParaRPr lang="en-US"/>
            </a:p>
          </p:txBody>
        </p:sp>
        <p:sp>
          <p:nvSpPr>
            <p:cNvPr id="1051" name="Oval 27"/>
            <p:cNvSpPr>
              <a:spLocks noChangeArrowheads="1"/>
            </p:cNvSpPr>
            <p:nvPr/>
          </p:nvSpPr>
          <p:spPr bwMode="auto">
            <a:xfrm>
              <a:off x="5360" y="1408"/>
              <a:ext cx="80" cy="80"/>
            </a:xfrm>
            <a:prstGeom prst="ellipse">
              <a:avLst/>
            </a:prstGeom>
            <a:solidFill>
              <a:schemeClr val="accent1"/>
            </a:solidFill>
            <a:ln w="9525">
              <a:noFill/>
              <a:round/>
              <a:headEnd/>
              <a:tailEnd/>
            </a:ln>
            <a:effectLst/>
          </p:spPr>
          <p:txBody>
            <a:bodyPr wrap="none" anchor="ctr"/>
            <a:lstStyle/>
            <a:p>
              <a:endParaRPr lang="en-US"/>
            </a:p>
          </p:txBody>
        </p:sp>
        <p:sp>
          <p:nvSpPr>
            <p:cNvPr id="1052" name="Oval 28"/>
            <p:cNvSpPr>
              <a:spLocks noChangeArrowheads="1"/>
            </p:cNvSpPr>
            <p:nvPr/>
          </p:nvSpPr>
          <p:spPr bwMode="auto">
            <a:xfrm>
              <a:off x="5472" y="1408"/>
              <a:ext cx="80" cy="80"/>
            </a:xfrm>
            <a:prstGeom prst="ellipse">
              <a:avLst/>
            </a:prstGeom>
            <a:solidFill>
              <a:schemeClr val="accent1"/>
            </a:solidFill>
            <a:ln w="9525">
              <a:noFill/>
              <a:round/>
              <a:headEnd/>
              <a:tailEnd/>
            </a:ln>
            <a:effectLst/>
          </p:spPr>
          <p:txBody>
            <a:bodyPr wrap="none" anchor="ctr"/>
            <a:lstStyle/>
            <a:p>
              <a:endParaRPr lang="en-US"/>
            </a:p>
          </p:txBody>
        </p:sp>
        <p:sp>
          <p:nvSpPr>
            <p:cNvPr id="1053" name="Oval 29"/>
            <p:cNvSpPr>
              <a:spLocks noChangeArrowheads="1"/>
            </p:cNvSpPr>
            <p:nvPr/>
          </p:nvSpPr>
          <p:spPr bwMode="auto">
            <a:xfrm>
              <a:off x="5584" y="1408"/>
              <a:ext cx="80" cy="80"/>
            </a:xfrm>
            <a:prstGeom prst="ellipse">
              <a:avLst/>
            </a:prstGeom>
            <a:solidFill>
              <a:schemeClr val="folHlink"/>
            </a:solidFill>
            <a:ln w="9525">
              <a:noFill/>
              <a:round/>
              <a:headEnd/>
              <a:tailEnd/>
            </a:ln>
            <a:effectLst/>
          </p:spPr>
          <p:txBody>
            <a:bodyPr wrap="none" anchor="ctr"/>
            <a:lstStyle/>
            <a:p>
              <a:endParaRPr lang="en-US"/>
            </a:p>
          </p:txBody>
        </p:sp>
        <p:sp>
          <p:nvSpPr>
            <p:cNvPr id="1054" name="Oval 30"/>
            <p:cNvSpPr>
              <a:spLocks noChangeArrowheads="1"/>
            </p:cNvSpPr>
            <p:nvPr/>
          </p:nvSpPr>
          <p:spPr bwMode="auto">
            <a:xfrm>
              <a:off x="5136" y="1520"/>
              <a:ext cx="80" cy="80"/>
            </a:xfrm>
            <a:prstGeom prst="ellipse">
              <a:avLst/>
            </a:prstGeom>
            <a:solidFill>
              <a:schemeClr val="accent2"/>
            </a:solidFill>
            <a:ln w="9525">
              <a:noFill/>
              <a:round/>
              <a:headEnd/>
              <a:tailEnd/>
            </a:ln>
            <a:effectLst/>
          </p:spPr>
          <p:txBody>
            <a:bodyPr wrap="none" anchor="ctr"/>
            <a:lstStyle/>
            <a:p>
              <a:endParaRPr lang="en-US"/>
            </a:p>
          </p:txBody>
        </p:sp>
        <p:sp>
          <p:nvSpPr>
            <p:cNvPr id="1055" name="Oval 31"/>
            <p:cNvSpPr>
              <a:spLocks noChangeArrowheads="1"/>
            </p:cNvSpPr>
            <p:nvPr/>
          </p:nvSpPr>
          <p:spPr bwMode="auto">
            <a:xfrm>
              <a:off x="5248" y="1520"/>
              <a:ext cx="80" cy="80"/>
            </a:xfrm>
            <a:prstGeom prst="ellipse">
              <a:avLst/>
            </a:prstGeom>
            <a:solidFill>
              <a:schemeClr val="accent1"/>
            </a:solidFill>
            <a:ln w="9525">
              <a:noFill/>
              <a:round/>
              <a:headEnd/>
              <a:tailEnd/>
            </a:ln>
            <a:effectLst/>
          </p:spPr>
          <p:txBody>
            <a:bodyPr wrap="none" anchor="ctr"/>
            <a:lstStyle/>
            <a:p>
              <a:endParaRPr lang="en-US"/>
            </a:p>
          </p:txBody>
        </p:sp>
        <p:sp>
          <p:nvSpPr>
            <p:cNvPr id="1056" name="Oval 32"/>
            <p:cNvSpPr>
              <a:spLocks noChangeArrowheads="1"/>
            </p:cNvSpPr>
            <p:nvPr/>
          </p:nvSpPr>
          <p:spPr bwMode="auto">
            <a:xfrm>
              <a:off x="5360" y="1520"/>
              <a:ext cx="80" cy="80"/>
            </a:xfrm>
            <a:prstGeom prst="ellipse">
              <a:avLst/>
            </a:prstGeom>
            <a:solidFill>
              <a:schemeClr val="accent1"/>
            </a:solidFill>
            <a:ln w="9525">
              <a:noFill/>
              <a:round/>
              <a:headEnd/>
              <a:tailEnd/>
            </a:ln>
            <a:effectLst/>
          </p:spPr>
          <p:txBody>
            <a:bodyPr wrap="none" anchor="ctr"/>
            <a:lstStyle/>
            <a:p>
              <a:endParaRPr lang="en-US"/>
            </a:p>
          </p:txBody>
        </p:sp>
        <p:sp>
          <p:nvSpPr>
            <p:cNvPr id="1057" name="Oval 33"/>
            <p:cNvSpPr>
              <a:spLocks noChangeArrowheads="1"/>
            </p:cNvSpPr>
            <p:nvPr/>
          </p:nvSpPr>
          <p:spPr bwMode="auto">
            <a:xfrm>
              <a:off x="5472" y="1520"/>
              <a:ext cx="80" cy="80"/>
            </a:xfrm>
            <a:prstGeom prst="ellipse">
              <a:avLst/>
            </a:prstGeom>
            <a:solidFill>
              <a:schemeClr val="folHlink"/>
            </a:solidFill>
            <a:ln w="9525">
              <a:noFill/>
              <a:round/>
              <a:headEnd/>
              <a:tailEnd/>
            </a:ln>
            <a:effectLst/>
          </p:spPr>
          <p:txBody>
            <a:bodyPr wrap="none" anchor="ctr"/>
            <a:lstStyle/>
            <a:p>
              <a:endParaRPr lang="en-US"/>
            </a:p>
          </p:txBody>
        </p:sp>
        <p:sp>
          <p:nvSpPr>
            <p:cNvPr id="1058" name="Oval 34"/>
            <p:cNvSpPr>
              <a:spLocks noChangeArrowheads="1"/>
            </p:cNvSpPr>
            <p:nvPr/>
          </p:nvSpPr>
          <p:spPr bwMode="auto">
            <a:xfrm>
              <a:off x="5136" y="1632"/>
              <a:ext cx="80" cy="80"/>
            </a:xfrm>
            <a:prstGeom prst="ellipse">
              <a:avLst/>
            </a:prstGeom>
            <a:solidFill>
              <a:schemeClr val="accent1"/>
            </a:solidFill>
            <a:ln w="9525">
              <a:noFill/>
              <a:round/>
              <a:headEnd/>
              <a:tailEnd/>
            </a:ln>
            <a:effectLst/>
          </p:spPr>
          <p:txBody>
            <a:bodyPr wrap="none" anchor="ctr"/>
            <a:lstStyle/>
            <a:p>
              <a:endParaRPr lang="en-US"/>
            </a:p>
          </p:txBody>
        </p:sp>
        <p:sp>
          <p:nvSpPr>
            <p:cNvPr id="1059" name="Oval 35"/>
            <p:cNvSpPr>
              <a:spLocks noChangeArrowheads="1"/>
            </p:cNvSpPr>
            <p:nvPr/>
          </p:nvSpPr>
          <p:spPr bwMode="auto">
            <a:xfrm>
              <a:off x="5248" y="1632"/>
              <a:ext cx="80" cy="80"/>
            </a:xfrm>
            <a:prstGeom prst="ellipse">
              <a:avLst/>
            </a:prstGeom>
            <a:solidFill>
              <a:schemeClr val="accent1"/>
            </a:solidFill>
            <a:ln w="9525">
              <a:noFill/>
              <a:round/>
              <a:headEnd/>
              <a:tailEnd/>
            </a:ln>
            <a:effectLst/>
          </p:spPr>
          <p:txBody>
            <a:bodyPr wrap="none" anchor="ctr"/>
            <a:lstStyle/>
            <a:p>
              <a:endParaRPr lang="en-US"/>
            </a:p>
          </p:txBody>
        </p:sp>
        <p:sp>
          <p:nvSpPr>
            <p:cNvPr id="1060" name="Oval 36"/>
            <p:cNvSpPr>
              <a:spLocks noChangeArrowheads="1"/>
            </p:cNvSpPr>
            <p:nvPr/>
          </p:nvSpPr>
          <p:spPr bwMode="auto">
            <a:xfrm>
              <a:off x="5360" y="1632"/>
              <a:ext cx="80" cy="80"/>
            </a:xfrm>
            <a:prstGeom prst="ellipse">
              <a:avLst/>
            </a:prstGeom>
            <a:solidFill>
              <a:schemeClr val="folHlink"/>
            </a:solidFill>
            <a:ln w="9525">
              <a:noFill/>
              <a:round/>
              <a:headEnd/>
              <a:tailEnd/>
            </a:ln>
            <a:effectLst/>
          </p:spPr>
          <p:txBody>
            <a:bodyPr wrap="none" anchor="ctr"/>
            <a:lstStyle/>
            <a:p>
              <a:endParaRPr lang="en-US"/>
            </a:p>
          </p:txBody>
        </p:sp>
        <p:sp>
          <p:nvSpPr>
            <p:cNvPr id="1061" name="Oval 37"/>
            <p:cNvSpPr>
              <a:spLocks noChangeArrowheads="1"/>
            </p:cNvSpPr>
            <p:nvPr/>
          </p:nvSpPr>
          <p:spPr bwMode="auto">
            <a:xfrm>
              <a:off x="5472" y="1632"/>
              <a:ext cx="80" cy="80"/>
            </a:xfrm>
            <a:prstGeom prst="ellipse">
              <a:avLst/>
            </a:prstGeom>
            <a:solidFill>
              <a:schemeClr val="folHlink"/>
            </a:solidFill>
            <a:ln w="9525">
              <a:noFill/>
              <a:round/>
              <a:headEnd/>
              <a:tailEnd/>
            </a:ln>
            <a:effectLst/>
          </p:spPr>
          <p:txBody>
            <a:bodyPr wrap="none" anchor="ctr"/>
            <a:lstStyle/>
            <a:p>
              <a:endParaRPr lang="en-US"/>
            </a:p>
          </p:txBody>
        </p:sp>
        <p:sp>
          <p:nvSpPr>
            <p:cNvPr id="1062" name="Oval 38"/>
            <p:cNvSpPr>
              <a:spLocks noChangeArrowheads="1"/>
            </p:cNvSpPr>
            <p:nvPr/>
          </p:nvSpPr>
          <p:spPr bwMode="auto">
            <a:xfrm>
              <a:off x="5248" y="1744"/>
              <a:ext cx="80" cy="80"/>
            </a:xfrm>
            <a:prstGeom prst="ellipse">
              <a:avLst/>
            </a:prstGeom>
            <a:solidFill>
              <a:schemeClr val="folHlink"/>
            </a:solidFill>
            <a:ln w="9525">
              <a:noFill/>
              <a:round/>
              <a:headEnd/>
              <a:tailEnd/>
            </a:ln>
            <a:effectLst/>
          </p:spPr>
          <p:txBody>
            <a:bodyPr wrap="none" anchor="ctr"/>
            <a:lstStyle/>
            <a:p>
              <a:endParaRPr lang="en-US"/>
            </a:p>
          </p:txBody>
        </p:sp>
        <p:sp>
          <p:nvSpPr>
            <p:cNvPr id="1063" name="Oval 39"/>
            <p:cNvSpPr>
              <a:spLocks noChangeArrowheads="1"/>
            </p:cNvSpPr>
            <p:nvPr/>
          </p:nvSpPr>
          <p:spPr bwMode="auto">
            <a:xfrm>
              <a:off x="5472" y="1744"/>
              <a:ext cx="80" cy="80"/>
            </a:xfrm>
            <a:prstGeom prst="ellipse">
              <a:avLst/>
            </a:prstGeom>
            <a:solidFill>
              <a:schemeClr val="folHlink"/>
            </a:solidFill>
            <a:ln w="9525">
              <a:noFill/>
              <a:round/>
              <a:headEnd/>
              <a:tailEnd/>
            </a:ln>
            <a:effectLst/>
          </p:spPr>
          <p:txBody>
            <a:bodyPr wrap="none" anchor="ctr"/>
            <a:lstStyle/>
            <a:p>
              <a:endParaRPr lang="en-US"/>
            </a:p>
          </p:txBody>
        </p:sp>
      </p:grpSp>
    </p:spTree>
  </p:cSld>
  <p:clrMap bg1="lt1" tx1="dk1" bg2="lt2" tx2="dk2" accent1="accent1" accent2="accent2" accent3="accent3" accent4="accent4" accent5="accent5" accent6="accent6" hlink="hlink" folHlink="folHlink"/>
  <p:sldLayoutIdLst>
    <p:sldLayoutId id="2147483678" r:id="rId1"/>
    <p:sldLayoutId id="2147483668" r:id="rId2"/>
    <p:sldLayoutId id="2147483669" r:id="rId3"/>
    <p:sldLayoutId id="2147483670" r:id="rId4"/>
    <p:sldLayoutId id="2147483671" r:id="rId5"/>
    <p:sldLayoutId id="2147483672" r:id="rId6"/>
    <p:sldLayoutId id="2147483673" r:id="rId7"/>
    <p:sldLayoutId id="2147483674" r:id="rId8"/>
    <p:sldLayoutId id="2147483675" r:id="rId9"/>
    <p:sldLayoutId id="2147483676" r:id="rId10"/>
    <p:sldLayoutId id="2147483677" r:id="rId11"/>
  </p:sldLayoutIdLst>
  <p:hf hdr="0"/>
  <p:txStyles>
    <p:titleStyle>
      <a:lvl1pPr algn="l" rtl="0" eaLnBrk="0" fontAlgn="base" hangingPunct="0">
        <a:spcBef>
          <a:spcPct val="0"/>
        </a:spcBef>
        <a:spcAft>
          <a:spcPct val="0"/>
        </a:spcAft>
        <a:defRPr sz="3900" b="1">
          <a:solidFill>
            <a:schemeClr val="tx2"/>
          </a:solidFill>
          <a:latin typeface="+mj-lt"/>
          <a:ea typeface="+mj-ea"/>
          <a:cs typeface="+mj-cs"/>
        </a:defRPr>
      </a:lvl1pPr>
      <a:lvl2pPr algn="l" rtl="0" eaLnBrk="0" fontAlgn="base" hangingPunct="0">
        <a:spcBef>
          <a:spcPct val="0"/>
        </a:spcBef>
        <a:spcAft>
          <a:spcPct val="0"/>
        </a:spcAft>
        <a:defRPr sz="3900" b="1">
          <a:solidFill>
            <a:schemeClr val="tx2"/>
          </a:solidFill>
          <a:latin typeface="Arial" charset="0"/>
        </a:defRPr>
      </a:lvl2pPr>
      <a:lvl3pPr algn="l" rtl="0" eaLnBrk="0" fontAlgn="base" hangingPunct="0">
        <a:spcBef>
          <a:spcPct val="0"/>
        </a:spcBef>
        <a:spcAft>
          <a:spcPct val="0"/>
        </a:spcAft>
        <a:defRPr sz="3900" b="1">
          <a:solidFill>
            <a:schemeClr val="tx2"/>
          </a:solidFill>
          <a:latin typeface="Arial" charset="0"/>
        </a:defRPr>
      </a:lvl3pPr>
      <a:lvl4pPr algn="l" rtl="0" eaLnBrk="0" fontAlgn="base" hangingPunct="0">
        <a:spcBef>
          <a:spcPct val="0"/>
        </a:spcBef>
        <a:spcAft>
          <a:spcPct val="0"/>
        </a:spcAft>
        <a:defRPr sz="3900" b="1">
          <a:solidFill>
            <a:schemeClr val="tx2"/>
          </a:solidFill>
          <a:latin typeface="Arial" charset="0"/>
        </a:defRPr>
      </a:lvl4pPr>
      <a:lvl5pPr algn="l" rtl="0" eaLnBrk="0" fontAlgn="base" hangingPunct="0">
        <a:spcBef>
          <a:spcPct val="0"/>
        </a:spcBef>
        <a:spcAft>
          <a:spcPct val="0"/>
        </a:spcAft>
        <a:defRPr sz="3900" b="1">
          <a:solidFill>
            <a:schemeClr val="tx2"/>
          </a:solidFill>
          <a:latin typeface="Arial" charset="0"/>
        </a:defRPr>
      </a:lvl5pPr>
      <a:lvl6pPr marL="457200" algn="l" rtl="0" fontAlgn="base">
        <a:spcBef>
          <a:spcPct val="0"/>
        </a:spcBef>
        <a:spcAft>
          <a:spcPct val="0"/>
        </a:spcAft>
        <a:defRPr sz="3900" b="1">
          <a:solidFill>
            <a:schemeClr val="tx2"/>
          </a:solidFill>
          <a:latin typeface="Arial" charset="0"/>
        </a:defRPr>
      </a:lvl6pPr>
      <a:lvl7pPr marL="914400" algn="l" rtl="0" fontAlgn="base">
        <a:spcBef>
          <a:spcPct val="0"/>
        </a:spcBef>
        <a:spcAft>
          <a:spcPct val="0"/>
        </a:spcAft>
        <a:defRPr sz="3900" b="1">
          <a:solidFill>
            <a:schemeClr val="tx2"/>
          </a:solidFill>
          <a:latin typeface="Arial" charset="0"/>
        </a:defRPr>
      </a:lvl7pPr>
      <a:lvl8pPr marL="1371600" algn="l" rtl="0" fontAlgn="base">
        <a:spcBef>
          <a:spcPct val="0"/>
        </a:spcBef>
        <a:spcAft>
          <a:spcPct val="0"/>
        </a:spcAft>
        <a:defRPr sz="3900" b="1">
          <a:solidFill>
            <a:schemeClr val="tx2"/>
          </a:solidFill>
          <a:latin typeface="Arial" charset="0"/>
        </a:defRPr>
      </a:lvl8pPr>
      <a:lvl9pPr marL="1828800" algn="l" rtl="0" fontAlgn="base">
        <a:spcBef>
          <a:spcPct val="0"/>
        </a:spcBef>
        <a:spcAft>
          <a:spcPct val="0"/>
        </a:spcAft>
        <a:defRPr sz="3900" b="1">
          <a:solidFill>
            <a:schemeClr val="tx2"/>
          </a:solidFill>
          <a:latin typeface="Arial" charset="0"/>
        </a:defRPr>
      </a:lvl9pPr>
    </p:titleStyle>
    <p:bodyStyle>
      <a:lvl1pPr marL="342900" indent="-342900" algn="l" rtl="0" eaLnBrk="0" fontAlgn="base" hangingPunct="0">
        <a:spcBef>
          <a:spcPct val="20000"/>
        </a:spcBef>
        <a:spcAft>
          <a:spcPct val="0"/>
        </a:spcAft>
        <a:buClr>
          <a:schemeClr val="tx2"/>
        </a:buClr>
        <a:buSzPct val="70000"/>
        <a:buFont typeface="Wingdings" pitchFamily="2" charset="2"/>
        <a:buChar char="l"/>
        <a:defRPr sz="3000">
          <a:solidFill>
            <a:schemeClr val="tx1"/>
          </a:solidFill>
          <a:latin typeface="+mn-lt"/>
          <a:ea typeface="+mn-ea"/>
          <a:cs typeface="+mn-cs"/>
        </a:defRPr>
      </a:lvl1pPr>
      <a:lvl2pPr marL="692150" indent="-347663" algn="l" rtl="0" eaLnBrk="0" fontAlgn="base" hangingPunct="0">
        <a:spcBef>
          <a:spcPct val="20000"/>
        </a:spcBef>
        <a:spcAft>
          <a:spcPct val="0"/>
        </a:spcAft>
        <a:buClr>
          <a:schemeClr val="accent2"/>
        </a:buClr>
        <a:buSzPct val="70000"/>
        <a:buFont typeface="Wingdings" pitchFamily="2" charset="2"/>
        <a:buChar char="l"/>
        <a:defRPr sz="2600">
          <a:solidFill>
            <a:schemeClr val="tx1"/>
          </a:solidFill>
          <a:latin typeface="+mn-lt"/>
        </a:defRPr>
      </a:lvl2pPr>
      <a:lvl3pPr marL="987425" indent="-293688" algn="l" rtl="0" eaLnBrk="0" fontAlgn="base" hangingPunct="0">
        <a:spcBef>
          <a:spcPct val="20000"/>
        </a:spcBef>
        <a:spcAft>
          <a:spcPct val="0"/>
        </a:spcAft>
        <a:buClr>
          <a:schemeClr val="accent1"/>
        </a:buClr>
        <a:buSzPct val="70000"/>
        <a:buFont typeface="Wingdings" pitchFamily="2" charset="2"/>
        <a:buChar char="l"/>
        <a:defRPr sz="2300">
          <a:solidFill>
            <a:schemeClr val="tx1"/>
          </a:solidFill>
          <a:latin typeface="+mn-lt"/>
        </a:defRPr>
      </a:lvl3pPr>
      <a:lvl4pPr marL="1281113" indent="-292100" algn="l" rtl="0" eaLnBrk="0" fontAlgn="base" hangingPunct="0">
        <a:spcBef>
          <a:spcPct val="20000"/>
        </a:spcBef>
        <a:spcAft>
          <a:spcPct val="0"/>
        </a:spcAft>
        <a:buClr>
          <a:schemeClr val="tx2"/>
        </a:buClr>
        <a:buSzPct val="75000"/>
        <a:buFont typeface="Wingdings" pitchFamily="2" charset="2"/>
        <a:buChar char="§"/>
        <a:defRPr sz="2000">
          <a:solidFill>
            <a:schemeClr val="tx1"/>
          </a:solidFill>
          <a:latin typeface="+mn-lt"/>
        </a:defRPr>
      </a:lvl4pPr>
      <a:lvl5pPr marL="1598613" indent="-315913" algn="l" rtl="0" eaLnBrk="0" fontAlgn="base" hangingPunct="0">
        <a:spcBef>
          <a:spcPct val="20000"/>
        </a:spcBef>
        <a:spcAft>
          <a:spcPct val="0"/>
        </a:spcAft>
        <a:buClr>
          <a:schemeClr val="folHlink"/>
        </a:buClr>
        <a:buSzPct val="80000"/>
        <a:buFont typeface="Wingdings" pitchFamily="2" charset="2"/>
        <a:buChar char="§"/>
        <a:defRPr sz="2000">
          <a:solidFill>
            <a:schemeClr val="tx1"/>
          </a:solidFill>
          <a:latin typeface="+mn-lt"/>
        </a:defRPr>
      </a:lvl5pPr>
      <a:lvl6pPr marL="20558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n-lt"/>
        </a:defRPr>
      </a:lvl6pPr>
      <a:lvl7pPr marL="25130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n-lt"/>
        </a:defRPr>
      </a:lvl7pPr>
      <a:lvl8pPr marL="29702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n-lt"/>
        </a:defRPr>
      </a:lvl8pPr>
      <a:lvl9pPr marL="34274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s://www.quora.com/What-are-the-main-problems-with-freelancing-sites-like-Fiverr-People-Per-Hour-etc-What-can-be-done-to-improve-them-from-your-point-of-view-as-a-user-seller-buyer-from-those-sites" TargetMode="External"/><Relationship Id="rId2" Type="http://schemas.openxmlformats.org/officeDocument/2006/relationships/hyperlink" Target="https://www.sharetribe.com/how-to-build/freelance-marketplace/" TargetMode="External"/><Relationship Id="rId1" Type="http://schemas.openxmlformats.org/officeDocument/2006/relationships/slideLayout" Target="../slideLayouts/slideLayout2.xml"/><Relationship Id="rId5" Type="http://schemas.openxmlformats.org/officeDocument/2006/relationships/hyperlink" Target="https://emind.pk/online-earning-apps-in-pakistan/" TargetMode="External"/><Relationship Id="rId4" Type="http://schemas.openxmlformats.org/officeDocument/2006/relationships/hyperlink" Target="https://stripe.com/resources/more/how-to-accept-payments-as-a-freelancer-and-how-to-choose-the-right-payment-methods"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p:txBody>
          <a:bodyPr/>
          <a:lstStyle/>
          <a:p>
            <a:pPr algn="ctr" eaLnBrk="1" hangingPunct="1"/>
            <a:r>
              <a:rPr lang="en-US" altLang="en-US" sz="2000" dirty="0"/>
              <a:t>ContracthubPk: </a:t>
            </a:r>
            <a:r>
              <a:rPr lang="en-US" sz="2000" dirty="0"/>
              <a:t>A Secure Web Platform for Managing Freelance Contracts and Escrow Payments using Local Payment Gateways</a:t>
            </a:r>
            <a:r>
              <a:rPr lang="en-US" altLang="en-US" sz="2000" dirty="0"/>
              <a:t>   </a:t>
            </a:r>
          </a:p>
        </p:txBody>
      </p:sp>
      <p:sp>
        <p:nvSpPr>
          <p:cNvPr id="4" name="TextBox 3">
            <a:extLst>
              <a:ext uri="{FF2B5EF4-FFF2-40B4-BE49-F238E27FC236}">
                <a16:creationId xmlns:a16="http://schemas.microsoft.com/office/drawing/2014/main" id="{30C302A8-2FB5-442D-8A5B-C0DE255C93BA}"/>
              </a:ext>
            </a:extLst>
          </p:cNvPr>
          <p:cNvSpPr txBox="1"/>
          <p:nvPr/>
        </p:nvSpPr>
        <p:spPr>
          <a:xfrm>
            <a:off x="762000" y="3115553"/>
            <a:ext cx="2743200" cy="646331"/>
          </a:xfrm>
          <a:prstGeom prst="rect">
            <a:avLst/>
          </a:prstGeom>
          <a:noFill/>
        </p:spPr>
        <p:txBody>
          <a:bodyPr wrap="square" rtlCol="0">
            <a:spAutoFit/>
          </a:bodyPr>
          <a:lstStyle/>
          <a:p>
            <a:r>
              <a:rPr lang="en-US" b="1" dirty="0">
                <a:solidFill>
                  <a:srgbClr val="7030A0"/>
                </a:solidFill>
              </a:rPr>
              <a:t>Presented By:</a:t>
            </a:r>
          </a:p>
          <a:p>
            <a:endParaRPr lang="en-PK" b="1" dirty="0"/>
          </a:p>
        </p:txBody>
      </p:sp>
      <p:sp>
        <p:nvSpPr>
          <p:cNvPr id="5" name="TextBox 4">
            <a:extLst>
              <a:ext uri="{FF2B5EF4-FFF2-40B4-BE49-F238E27FC236}">
                <a16:creationId xmlns:a16="http://schemas.microsoft.com/office/drawing/2014/main" id="{3AD0FC75-1360-3F51-C3F1-9F2899816075}"/>
              </a:ext>
            </a:extLst>
          </p:cNvPr>
          <p:cNvSpPr txBox="1"/>
          <p:nvPr/>
        </p:nvSpPr>
        <p:spPr>
          <a:xfrm>
            <a:off x="2286000" y="3460992"/>
            <a:ext cx="5012165" cy="1200329"/>
          </a:xfrm>
          <a:prstGeom prst="rect">
            <a:avLst/>
          </a:prstGeom>
          <a:noFill/>
        </p:spPr>
        <p:txBody>
          <a:bodyPr wrap="square" rtlCol="0">
            <a:spAutoFit/>
          </a:bodyPr>
          <a:lstStyle/>
          <a:p>
            <a:r>
              <a:rPr lang="en-US" dirty="0"/>
              <a:t>Sanaullah                                22011504-001</a:t>
            </a:r>
          </a:p>
          <a:p>
            <a:r>
              <a:rPr lang="en-US" dirty="0"/>
              <a:t>Shoaib Akhter                          22011504-002</a:t>
            </a:r>
          </a:p>
          <a:p>
            <a:r>
              <a:rPr lang="en-US" dirty="0"/>
              <a:t>Usman Ali                                22011504-004</a:t>
            </a:r>
          </a:p>
          <a:p>
            <a:r>
              <a:rPr lang="en-US" dirty="0"/>
              <a:t>Muhammad Sarfraz Afzal        22011504-005</a:t>
            </a:r>
          </a:p>
        </p:txBody>
      </p:sp>
      <p:sp>
        <p:nvSpPr>
          <p:cNvPr id="7" name="TextBox 6">
            <a:extLst>
              <a:ext uri="{FF2B5EF4-FFF2-40B4-BE49-F238E27FC236}">
                <a16:creationId xmlns:a16="http://schemas.microsoft.com/office/drawing/2014/main" id="{21565D7B-967B-ADCE-4A7C-700FE5A2809A}"/>
              </a:ext>
            </a:extLst>
          </p:cNvPr>
          <p:cNvSpPr txBox="1"/>
          <p:nvPr/>
        </p:nvSpPr>
        <p:spPr>
          <a:xfrm>
            <a:off x="738554" y="4622551"/>
            <a:ext cx="2743200" cy="646331"/>
          </a:xfrm>
          <a:prstGeom prst="rect">
            <a:avLst/>
          </a:prstGeom>
          <a:noFill/>
        </p:spPr>
        <p:txBody>
          <a:bodyPr wrap="square" rtlCol="0">
            <a:spAutoFit/>
          </a:bodyPr>
          <a:lstStyle/>
          <a:p>
            <a:r>
              <a:rPr lang="en-US" b="1" dirty="0">
                <a:solidFill>
                  <a:srgbClr val="7030A0"/>
                </a:solidFill>
              </a:rPr>
              <a:t>Project Supervisor:</a:t>
            </a:r>
          </a:p>
          <a:p>
            <a:endParaRPr lang="en-PK" b="1" dirty="0"/>
          </a:p>
        </p:txBody>
      </p:sp>
      <p:sp>
        <p:nvSpPr>
          <p:cNvPr id="8" name="TextBox 7">
            <a:extLst>
              <a:ext uri="{FF2B5EF4-FFF2-40B4-BE49-F238E27FC236}">
                <a16:creationId xmlns:a16="http://schemas.microsoft.com/office/drawing/2014/main" id="{46AEDB85-879F-BCED-5CD9-FB13BD043266}"/>
              </a:ext>
            </a:extLst>
          </p:cNvPr>
          <p:cNvSpPr txBox="1"/>
          <p:nvPr/>
        </p:nvSpPr>
        <p:spPr>
          <a:xfrm>
            <a:off x="2300068" y="5039585"/>
            <a:ext cx="1941557" cy="369332"/>
          </a:xfrm>
          <a:prstGeom prst="rect">
            <a:avLst/>
          </a:prstGeom>
          <a:noFill/>
        </p:spPr>
        <p:txBody>
          <a:bodyPr wrap="none" rtlCol="0">
            <a:spAutoFit/>
          </a:bodyPr>
          <a:lstStyle/>
          <a:p>
            <a:r>
              <a:rPr lang="en-US" dirty="0"/>
              <a:t>Dr Mehwish Ilyas</a:t>
            </a:r>
            <a:endParaRPr lang="en-PK" dirty="0"/>
          </a:p>
        </p:txBody>
      </p:sp>
      <p:sp>
        <p:nvSpPr>
          <p:cNvPr id="12" name="TextBox 11">
            <a:extLst>
              <a:ext uri="{FF2B5EF4-FFF2-40B4-BE49-F238E27FC236}">
                <a16:creationId xmlns:a16="http://schemas.microsoft.com/office/drawing/2014/main" id="{FA616A34-CBAB-85E0-891D-7F873E5FB8C6}"/>
              </a:ext>
            </a:extLst>
          </p:cNvPr>
          <p:cNvSpPr txBox="1"/>
          <p:nvPr/>
        </p:nvSpPr>
        <p:spPr>
          <a:xfrm>
            <a:off x="762000" y="6079871"/>
            <a:ext cx="4800600" cy="553998"/>
          </a:xfrm>
          <a:prstGeom prst="rect">
            <a:avLst/>
          </a:prstGeom>
          <a:noFill/>
        </p:spPr>
        <p:txBody>
          <a:bodyPr wrap="square">
            <a:spAutoFit/>
          </a:bodyPr>
          <a:lstStyle/>
          <a:p>
            <a:pPr marL="12700">
              <a:spcBef>
                <a:spcPts val="75"/>
              </a:spcBef>
              <a:buNone/>
            </a:pPr>
            <a:r>
              <a:rPr lang="en-US" sz="1000" b="1" dirty="0">
                <a:solidFill>
                  <a:srgbClr val="404040"/>
                </a:solidFill>
                <a:effectLst/>
                <a:latin typeface="Arial" panose="020B0604020202020204" pitchFamily="34" charset="0"/>
                <a:ea typeface="Bahnschrift" panose="020B0502040204020203" pitchFamily="34" charset="0"/>
                <a:cs typeface="Bahnschrift" panose="020B0502040204020203" pitchFamily="34" charset="0"/>
              </a:rPr>
              <a:t>©</a:t>
            </a:r>
            <a:r>
              <a:rPr lang="en-US" sz="1000" b="1" spc="-25" dirty="0">
                <a:solidFill>
                  <a:srgbClr val="404040"/>
                </a:solidFill>
                <a:effectLst/>
                <a:latin typeface="Arial" panose="020B0604020202020204" pitchFamily="34" charset="0"/>
                <a:ea typeface="Bahnschrift" panose="020B0502040204020203" pitchFamily="34" charset="0"/>
                <a:cs typeface="Bahnschrift" panose="020B0502040204020203" pitchFamily="34" charset="0"/>
              </a:rPr>
              <a:t> </a:t>
            </a:r>
            <a:r>
              <a:rPr lang="en-US" sz="1000" b="1" dirty="0">
                <a:solidFill>
                  <a:srgbClr val="404040"/>
                </a:solidFill>
                <a:effectLst/>
                <a:latin typeface="Arial" panose="020B0604020202020204" pitchFamily="34" charset="0"/>
                <a:ea typeface="Bahnschrift" panose="020B0502040204020203" pitchFamily="34" charset="0"/>
                <a:cs typeface="Bahnschrift" panose="020B0502040204020203" pitchFamily="34" charset="0"/>
              </a:rPr>
              <a:t>FINAL</a:t>
            </a:r>
            <a:r>
              <a:rPr lang="en-US" sz="1000" b="1" spc="-25" dirty="0">
                <a:solidFill>
                  <a:srgbClr val="404040"/>
                </a:solidFill>
                <a:effectLst/>
                <a:latin typeface="Arial" panose="020B0604020202020204" pitchFamily="34" charset="0"/>
                <a:ea typeface="Bahnschrift" panose="020B0502040204020203" pitchFamily="34" charset="0"/>
                <a:cs typeface="Bahnschrift" panose="020B0502040204020203" pitchFamily="34" charset="0"/>
              </a:rPr>
              <a:t> </a:t>
            </a:r>
            <a:r>
              <a:rPr lang="en-US" sz="1000" b="1" dirty="0">
                <a:solidFill>
                  <a:srgbClr val="404040"/>
                </a:solidFill>
                <a:effectLst/>
                <a:latin typeface="Arial" panose="020B0604020202020204" pitchFamily="34" charset="0"/>
                <a:ea typeface="Bahnschrift" panose="020B0502040204020203" pitchFamily="34" charset="0"/>
                <a:cs typeface="Bahnschrift" panose="020B0502040204020203" pitchFamily="34" charset="0"/>
              </a:rPr>
              <a:t>YEAR</a:t>
            </a:r>
            <a:r>
              <a:rPr lang="en-US" sz="1000" b="1" spc="-20" dirty="0">
                <a:solidFill>
                  <a:srgbClr val="404040"/>
                </a:solidFill>
                <a:effectLst/>
                <a:latin typeface="Arial" panose="020B0604020202020204" pitchFamily="34" charset="0"/>
                <a:ea typeface="Bahnschrift" panose="020B0502040204020203" pitchFamily="34" charset="0"/>
                <a:cs typeface="Bahnschrift" panose="020B0502040204020203" pitchFamily="34" charset="0"/>
              </a:rPr>
              <a:t> </a:t>
            </a:r>
            <a:r>
              <a:rPr lang="en-US" sz="1000" b="1" dirty="0">
                <a:solidFill>
                  <a:srgbClr val="404040"/>
                </a:solidFill>
                <a:effectLst/>
                <a:latin typeface="Arial" panose="020B0604020202020204" pitchFamily="34" charset="0"/>
                <a:ea typeface="Bahnschrift" panose="020B0502040204020203" pitchFamily="34" charset="0"/>
                <a:cs typeface="Bahnschrift" panose="020B0502040204020203" pitchFamily="34" charset="0"/>
              </a:rPr>
              <a:t>PROJECT</a:t>
            </a:r>
            <a:r>
              <a:rPr lang="en-US" sz="1000" b="1" spc="-15" dirty="0">
                <a:solidFill>
                  <a:srgbClr val="404040"/>
                </a:solidFill>
                <a:effectLst/>
                <a:latin typeface="Arial" panose="020B0604020202020204" pitchFamily="34" charset="0"/>
                <a:ea typeface="Bahnschrift" panose="020B0502040204020203" pitchFamily="34" charset="0"/>
                <a:cs typeface="Bahnschrift" panose="020B0502040204020203" pitchFamily="34" charset="0"/>
              </a:rPr>
              <a:t> </a:t>
            </a:r>
            <a:r>
              <a:rPr lang="en-US" sz="1000" b="1" dirty="0">
                <a:solidFill>
                  <a:srgbClr val="404040"/>
                </a:solidFill>
                <a:effectLst/>
                <a:latin typeface="Arial" panose="020B0604020202020204" pitchFamily="34" charset="0"/>
                <a:ea typeface="Bahnschrift" panose="020B0502040204020203" pitchFamily="34" charset="0"/>
                <a:cs typeface="Bahnschrift" panose="020B0502040204020203" pitchFamily="34" charset="0"/>
              </a:rPr>
              <a:t>(FYP)</a:t>
            </a:r>
            <a:r>
              <a:rPr lang="en-US" sz="1000" b="1" spc="-20" dirty="0">
                <a:solidFill>
                  <a:srgbClr val="404040"/>
                </a:solidFill>
                <a:effectLst/>
                <a:latin typeface="Arial" panose="020B0604020202020204" pitchFamily="34" charset="0"/>
                <a:ea typeface="Bahnschrift" panose="020B0502040204020203" pitchFamily="34" charset="0"/>
                <a:cs typeface="Bahnschrift" panose="020B0502040204020203" pitchFamily="34" charset="0"/>
              </a:rPr>
              <a:t> </a:t>
            </a:r>
            <a:r>
              <a:rPr lang="en-US" sz="1000" b="1" dirty="0">
                <a:solidFill>
                  <a:srgbClr val="404040"/>
                </a:solidFill>
                <a:effectLst/>
                <a:latin typeface="Arial" panose="020B0604020202020204" pitchFamily="34" charset="0"/>
                <a:ea typeface="Bahnschrift" panose="020B0502040204020203" pitchFamily="34" charset="0"/>
                <a:cs typeface="Bahnschrift" panose="020B0502040204020203" pitchFamily="34" charset="0"/>
              </a:rPr>
              <a:t>PROPOSAL</a:t>
            </a:r>
            <a:r>
              <a:rPr lang="en-US" sz="1000" b="1" spc="-15" dirty="0">
                <a:solidFill>
                  <a:srgbClr val="404040"/>
                </a:solidFill>
                <a:effectLst/>
                <a:latin typeface="Arial" panose="020B0604020202020204" pitchFamily="34" charset="0"/>
                <a:ea typeface="Bahnschrift" panose="020B0502040204020203" pitchFamily="34" charset="0"/>
                <a:cs typeface="Bahnschrift" panose="020B0502040204020203" pitchFamily="34" charset="0"/>
              </a:rPr>
              <a:t> </a:t>
            </a:r>
            <a:r>
              <a:rPr lang="en-US" sz="1000" b="1" spc="-10" dirty="0">
                <a:solidFill>
                  <a:srgbClr val="404040"/>
                </a:solidFill>
                <a:effectLst/>
                <a:latin typeface="Arial" panose="020B0604020202020204" pitchFamily="34" charset="0"/>
                <a:ea typeface="Bahnschrift" panose="020B0502040204020203" pitchFamily="34" charset="0"/>
                <a:cs typeface="Bahnschrift" panose="020B0502040204020203" pitchFamily="34" charset="0"/>
              </a:rPr>
              <a:t>DEFENCE</a:t>
            </a:r>
            <a:endParaRPr lang="en-PK" sz="1000" dirty="0">
              <a:effectLst/>
              <a:latin typeface="Bahnschrift" panose="020B0502040204020203" pitchFamily="34" charset="0"/>
              <a:ea typeface="Bahnschrift" panose="020B0502040204020203" pitchFamily="34" charset="0"/>
              <a:cs typeface="Bahnschrift" panose="020B0502040204020203" pitchFamily="34" charset="0"/>
            </a:endParaRPr>
          </a:p>
          <a:p>
            <a:pPr marL="12700">
              <a:spcBef>
                <a:spcPts val="5"/>
              </a:spcBef>
              <a:buNone/>
            </a:pPr>
            <a:r>
              <a:rPr lang="en-US" sz="1000" b="1" dirty="0">
                <a:solidFill>
                  <a:srgbClr val="404040"/>
                </a:solidFill>
                <a:effectLst/>
                <a:latin typeface="Arial" panose="020B0604020202020204" pitchFamily="34" charset="0"/>
                <a:ea typeface="Bahnschrift" panose="020B0502040204020203" pitchFamily="34" charset="0"/>
                <a:cs typeface="Bahnschrift" panose="020B0502040204020203" pitchFamily="34" charset="0"/>
              </a:rPr>
              <a:t>FACULTY</a:t>
            </a:r>
            <a:r>
              <a:rPr lang="en-US" sz="1000" b="1" spc="-35" dirty="0">
                <a:solidFill>
                  <a:srgbClr val="404040"/>
                </a:solidFill>
                <a:effectLst/>
                <a:latin typeface="Arial" panose="020B0604020202020204" pitchFamily="34" charset="0"/>
                <a:ea typeface="Bahnschrift" panose="020B0502040204020203" pitchFamily="34" charset="0"/>
                <a:cs typeface="Bahnschrift" panose="020B0502040204020203" pitchFamily="34" charset="0"/>
              </a:rPr>
              <a:t> </a:t>
            </a:r>
            <a:r>
              <a:rPr lang="en-US" sz="1000" b="1" dirty="0">
                <a:solidFill>
                  <a:srgbClr val="404040"/>
                </a:solidFill>
                <a:effectLst/>
                <a:latin typeface="Arial" panose="020B0604020202020204" pitchFamily="34" charset="0"/>
                <a:ea typeface="Bahnschrift" panose="020B0502040204020203" pitchFamily="34" charset="0"/>
                <a:cs typeface="Bahnschrift" panose="020B0502040204020203" pitchFamily="34" charset="0"/>
              </a:rPr>
              <a:t>OF</a:t>
            </a:r>
            <a:r>
              <a:rPr lang="en-US" sz="1000" b="1" spc="-20" dirty="0">
                <a:solidFill>
                  <a:srgbClr val="404040"/>
                </a:solidFill>
                <a:effectLst/>
                <a:latin typeface="Arial" panose="020B0604020202020204" pitchFamily="34" charset="0"/>
                <a:ea typeface="Bahnschrift" panose="020B0502040204020203" pitchFamily="34" charset="0"/>
                <a:cs typeface="Bahnschrift" panose="020B0502040204020203" pitchFamily="34" charset="0"/>
              </a:rPr>
              <a:t> </a:t>
            </a:r>
            <a:r>
              <a:rPr lang="en-US" sz="1000" b="1" dirty="0">
                <a:solidFill>
                  <a:srgbClr val="404040"/>
                </a:solidFill>
                <a:effectLst/>
                <a:latin typeface="Arial" panose="020B0604020202020204" pitchFamily="34" charset="0"/>
                <a:ea typeface="Bahnschrift" panose="020B0502040204020203" pitchFamily="34" charset="0"/>
                <a:cs typeface="Bahnschrift" panose="020B0502040204020203" pitchFamily="34" charset="0"/>
              </a:rPr>
              <a:t>COMPUTING</a:t>
            </a:r>
            <a:r>
              <a:rPr lang="en-US" sz="1000" b="1" spc="-20" dirty="0">
                <a:solidFill>
                  <a:srgbClr val="404040"/>
                </a:solidFill>
                <a:effectLst/>
                <a:latin typeface="Arial" panose="020B0604020202020204" pitchFamily="34" charset="0"/>
                <a:ea typeface="Bahnschrift" panose="020B0502040204020203" pitchFamily="34" charset="0"/>
                <a:cs typeface="Bahnschrift" panose="020B0502040204020203" pitchFamily="34" charset="0"/>
              </a:rPr>
              <a:t> </a:t>
            </a:r>
            <a:r>
              <a:rPr lang="en-US" sz="1000" b="1" dirty="0">
                <a:solidFill>
                  <a:srgbClr val="404040"/>
                </a:solidFill>
                <a:effectLst/>
                <a:latin typeface="Arial" panose="020B0604020202020204" pitchFamily="34" charset="0"/>
                <a:ea typeface="Bahnschrift" panose="020B0502040204020203" pitchFamily="34" charset="0"/>
                <a:cs typeface="Bahnschrift" panose="020B0502040204020203" pitchFamily="34" charset="0"/>
              </a:rPr>
              <a:t>&amp;</a:t>
            </a:r>
            <a:r>
              <a:rPr lang="en-US" sz="1000" b="1" spc="-20" dirty="0">
                <a:solidFill>
                  <a:srgbClr val="404040"/>
                </a:solidFill>
                <a:effectLst/>
                <a:latin typeface="Arial" panose="020B0604020202020204" pitchFamily="34" charset="0"/>
                <a:ea typeface="Bahnschrift" panose="020B0502040204020203" pitchFamily="34" charset="0"/>
                <a:cs typeface="Bahnschrift" panose="020B0502040204020203" pitchFamily="34" charset="0"/>
              </a:rPr>
              <a:t> </a:t>
            </a:r>
            <a:r>
              <a:rPr lang="en-US" sz="1000" b="1" dirty="0">
                <a:solidFill>
                  <a:srgbClr val="404040"/>
                </a:solidFill>
                <a:effectLst/>
                <a:latin typeface="Arial" panose="020B0604020202020204" pitchFamily="34" charset="0"/>
                <a:ea typeface="Bahnschrift" panose="020B0502040204020203" pitchFamily="34" charset="0"/>
                <a:cs typeface="Bahnschrift" panose="020B0502040204020203" pitchFamily="34" charset="0"/>
              </a:rPr>
              <a:t>INFORMATION</a:t>
            </a:r>
            <a:r>
              <a:rPr lang="en-US" sz="1000" b="1" spc="-45" dirty="0">
                <a:solidFill>
                  <a:srgbClr val="404040"/>
                </a:solidFill>
                <a:effectLst/>
                <a:latin typeface="Arial" panose="020B0604020202020204" pitchFamily="34" charset="0"/>
                <a:ea typeface="Bahnschrift" panose="020B0502040204020203" pitchFamily="34" charset="0"/>
                <a:cs typeface="Bahnschrift" panose="020B0502040204020203" pitchFamily="34" charset="0"/>
              </a:rPr>
              <a:t> </a:t>
            </a:r>
            <a:r>
              <a:rPr lang="en-US" sz="1000" b="1" dirty="0">
                <a:solidFill>
                  <a:srgbClr val="404040"/>
                </a:solidFill>
                <a:effectLst/>
                <a:latin typeface="Arial" panose="020B0604020202020204" pitchFamily="34" charset="0"/>
                <a:ea typeface="Bahnschrift" panose="020B0502040204020203" pitchFamily="34" charset="0"/>
                <a:cs typeface="Bahnschrift" panose="020B0502040204020203" pitchFamily="34" charset="0"/>
              </a:rPr>
              <a:t>TECHNOLOGY</a:t>
            </a:r>
            <a:r>
              <a:rPr lang="en-US" sz="1000" b="1" spc="-20" dirty="0">
                <a:solidFill>
                  <a:srgbClr val="404040"/>
                </a:solidFill>
                <a:effectLst/>
                <a:latin typeface="Arial" panose="020B0604020202020204" pitchFamily="34" charset="0"/>
                <a:ea typeface="Bahnschrift" panose="020B0502040204020203" pitchFamily="34" charset="0"/>
                <a:cs typeface="Bahnschrift" panose="020B0502040204020203" pitchFamily="34" charset="0"/>
              </a:rPr>
              <a:t> </a:t>
            </a:r>
            <a:r>
              <a:rPr lang="en-US" sz="1000" b="1" dirty="0">
                <a:solidFill>
                  <a:srgbClr val="404040"/>
                </a:solidFill>
                <a:effectLst/>
                <a:latin typeface="Arial" panose="020B0604020202020204" pitchFamily="34" charset="0"/>
                <a:ea typeface="Bahnschrift" panose="020B0502040204020203" pitchFamily="34" charset="0"/>
                <a:cs typeface="Bahnschrift" panose="020B0502040204020203" pitchFamily="34" charset="0"/>
              </a:rPr>
              <a:t>(FCIT),</a:t>
            </a:r>
            <a:r>
              <a:rPr lang="en-US" sz="1000" b="1" spc="-25" dirty="0">
                <a:solidFill>
                  <a:srgbClr val="404040"/>
                </a:solidFill>
                <a:effectLst/>
                <a:latin typeface="Arial" panose="020B0604020202020204" pitchFamily="34" charset="0"/>
                <a:ea typeface="Bahnschrift" panose="020B0502040204020203" pitchFamily="34" charset="0"/>
                <a:cs typeface="Bahnschrift" panose="020B0502040204020203" pitchFamily="34" charset="0"/>
              </a:rPr>
              <a:t> </a:t>
            </a:r>
            <a:r>
              <a:rPr lang="en-US" sz="1000" b="1" dirty="0">
                <a:solidFill>
                  <a:srgbClr val="404040"/>
                </a:solidFill>
                <a:effectLst/>
                <a:latin typeface="Arial" panose="020B0604020202020204" pitchFamily="34" charset="0"/>
                <a:ea typeface="Bahnschrift" panose="020B0502040204020203" pitchFamily="34" charset="0"/>
                <a:cs typeface="Bahnschrift" panose="020B0502040204020203" pitchFamily="34" charset="0"/>
              </a:rPr>
              <a:t>UNIVERSITY</a:t>
            </a:r>
            <a:r>
              <a:rPr lang="en-US" sz="1000" b="1" spc="-25" dirty="0">
                <a:solidFill>
                  <a:srgbClr val="404040"/>
                </a:solidFill>
                <a:effectLst/>
                <a:latin typeface="Arial" panose="020B0604020202020204" pitchFamily="34" charset="0"/>
                <a:ea typeface="Bahnschrift" panose="020B0502040204020203" pitchFamily="34" charset="0"/>
                <a:cs typeface="Bahnschrift" panose="020B0502040204020203" pitchFamily="34" charset="0"/>
              </a:rPr>
              <a:t> </a:t>
            </a:r>
            <a:r>
              <a:rPr lang="en-US" sz="1000" b="1" dirty="0">
                <a:solidFill>
                  <a:srgbClr val="404040"/>
                </a:solidFill>
                <a:effectLst/>
                <a:latin typeface="Arial" panose="020B0604020202020204" pitchFamily="34" charset="0"/>
                <a:ea typeface="Bahnschrift" panose="020B0502040204020203" pitchFamily="34" charset="0"/>
                <a:cs typeface="Bahnschrift" panose="020B0502040204020203" pitchFamily="34" charset="0"/>
              </a:rPr>
              <a:t>OF</a:t>
            </a:r>
            <a:r>
              <a:rPr lang="en-US" sz="1000" b="1" spc="-35" dirty="0">
                <a:solidFill>
                  <a:srgbClr val="404040"/>
                </a:solidFill>
                <a:effectLst/>
                <a:latin typeface="Arial" panose="020B0604020202020204" pitchFamily="34" charset="0"/>
                <a:ea typeface="Bahnschrift" panose="020B0502040204020203" pitchFamily="34" charset="0"/>
                <a:cs typeface="Bahnschrift" panose="020B0502040204020203" pitchFamily="34" charset="0"/>
              </a:rPr>
              <a:t> </a:t>
            </a:r>
            <a:r>
              <a:rPr lang="en-US" sz="1000" b="1" dirty="0">
                <a:solidFill>
                  <a:srgbClr val="404040"/>
                </a:solidFill>
                <a:effectLst/>
                <a:latin typeface="Arial" panose="020B0604020202020204" pitchFamily="34" charset="0"/>
                <a:ea typeface="Bahnschrift" panose="020B0502040204020203" pitchFamily="34" charset="0"/>
                <a:cs typeface="Bahnschrift" panose="020B0502040204020203" pitchFamily="34" charset="0"/>
              </a:rPr>
              <a:t>RASUL, MANDI BAHAUD DIN</a:t>
            </a:r>
            <a:endParaRPr lang="en-PK" sz="1000" dirty="0">
              <a:effectLst/>
              <a:latin typeface="Bahnschrift" panose="020B0502040204020203" pitchFamily="34" charset="0"/>
              <a:ea typeface="Bahnschrift" panose="020B0502040204020203" pitchFamily="34" charset="0"/>
              <a:cs typeface="Bahnschrift" panose="020B0502040204020203"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Date Placeholder 3"/>
          <p:cNvSpPr>
            <a:spLocks noGrp="1"/>
          </p:cNvSpPr>
          <p:nvPr>
            <p:ph type="dt" sz="quarter" idx="10"/>
          </p:nvPr>
        </p:nvSpPr>
        <p:spPr>
          <a:noFill/>
          <a:ln>
            <a:miter lim="800000"/>
            <a:headEnd/>
            <a:tailEnd/>
          </a:ln>
        </p:spPr>
        <p:txBody>
          <a:bodyPr/>
          <a:lstStyle/>
          <a:p>
            <a:fld id="{91813F7C-F4C7-4F8A-91E8-949324C2962E}" type="datetime1">
              <a:rPr lang="en-US" altLang="en-US"/>
              <a:pPr/>
              <a:t>1/10/2026</a:t>
            </a:fld>
            <a:endParaRPr lang="en-US" altLang="en-US"/>
          </a:p>
        </p:txBody>
      </p:sp>
      <p:sp>
        <p:nvSpPr>
          <p:cNvPr id="5123" name="Footer Placeholder 4"/>
          <p:cNvSpPr>
            <a:spLocks noGrp="1"/>
          </p:cNvSpPr>
          <p:nvPr>
            <p:ph type="ftr" sz="quarter" idx="11"/>
          </p:nvPr>
        </p:nvSpPr>
        <p:spPr>
          <a:noFill/>
          <a:ln>
            <a:miter lim="800000"/>
            <a:headEnd/>
            <a:tailEnd/>
          </a:ln>
        </p:spPr>
        <p:txBody>
          <a:bodyPr/>
          <a:lstStyle/>
          <a:p>
            <a:r>
              <a:rPr lang="en-US" altLang="en-US" dirty="0"/>
              <a:t>ContracthubPk</a:t>
            </a:r>
          </a:p>
        </p:txBody>
      </p:sp>
      <p:sp>
        <p:nvSpPr>
          <p:cNvPr id="5124" name="Slide Number Placeholder 5"/>
          <p:cNvSpPr>
            <a:spLocks noGrp="1"/>
          </p:cNvSpPr>
          <p:nvPr>
            <p:ph type="sldNum" sz="quarter" idx="12"/>
          </p:nvPr>
        </p:nvSpPr>
        <p:spPr>
          <a:noFill/>
          <a:ln>
            <a:miter lim="800000"/>
            <a:headEnd/>
            <a:tailEnd/>
          </a:ln>
        </p:spPr>
        <p:txBody>
          <a:bodyPr/>
          <a:lstStyle/>
          <a:p>
            <a:fld id="{828D9514-71A7-47C1-AD2C-46996FBCCEA9}" type="slidenum">
              <a:rPr lang="en-US" altLang="en-US"/>
              <a:pPr/>
              <a:t>2</a:t>
            </a:fld>
            <a:endParaRPr lang="en-US" altLang="en-US"/>
          </a:p>
        </p:txBody>
      </p:sp>
      <p:sp>
        <p:nvSpPr>
          <p:cNvPr id="5125" name="Rectangle 2"/>
          <p:cNvSpPr>
            <a:spLocks noGrp="1" noChangeArrowheads="1"/>
          </p:cNvSpPr>
          <p:nvPr>
            <p:ph type="title"/>
          </p:nvPr>
        </p:nvSpPr>
        <p:spPr/>
        <p:txBody>
          <a:bodyPr/>
          <a:lstStyle/>
          <a:p>
            <a:pPr eaLnBrk="1" hangingPunct="1"/>
            <a:r>
              <a:rPr lang="en-US" altLang="en-US"/>
              <a:t>Outline</a:t>
            </a:r>
          </a:p>
        </p:txBody>
      </p:sp>
      <p:sp>
        <p:nvSpPr>
          <p:cNvPr id="5126" name="Rectangle 3"/>
          <p:cNvSpPr>
            <a:spLocks noGrp="1" noChangeArrowheads="1"/>
          </p:cNvSpPr>
          <p:nvPr>
            <p:ph type="body" idx="1"/>
          </p:nvPr>
        </p:nvSpPr>
        <p:spPr/>
        <p:txBody>
          <a:bodyPr/>
          <a:lstStyle/>
          <a:p>
            <a:pPr eaLnBrk="1" hangingPunct="1"/>
            <a:r>
              <a:rPr lang="en-US" altLang="en-US" dirty="0"/>
              <a:t>Problem Statement</a:t>
            </a:r>
          </a:p>
          <a:p>
            <a:pPr eaLnBrk="1" hangingPunct="1"/>
            <a:r>
              <a:rPr lang="en-US" altLang="en-US" dirty="0"/>
              <a:t>Aims and Objectives</a:t>
            </a:r>
          </a:p>
          <a:p>
            <a:pPr eaLnBrk="1" hangingPunct="1"/>
            <a:r>
              <a:rPr lang="en-US" altLang="en-US" dirty="0"/>
              <a:t>Introduction</a:t>
            </a:r>
          </a:p>
          <a:p>
            <a:pPr eaLnBrk="1" hangingPunct="1"/>
            <a:r>
              <a:rPr lang="en-US" altLang="en-US" dirty="0"/>
              <a:t>Methodology </a:t>
            </a:r>
          </a:p>
          <a:p>
            <a:pPr eaLnBrk="1" hangingPunct="1"/>
            <a:r>
              <a:rPr lang="en-US" altLang="en-US" dirty="0"/>
              <a:t>Results &amp; Discussion </a:t>
            </a:r>
          </a:p>
          <a:p>
            <a:pPr eaLnBrk="1" hangingPunct="1"/>
            <a:r>
              <a:rPr lang="en-US" altLang="en-US" dirty="0"/>
              <a:t>Conclusion &amp; Future Studies</a:t>
            </a:r>
          </a:p>
          <a:p>
            <a:pPr eaLnBrk="1" hangingPunct="1"/>
            <a:r>
              <a:rPr lang="en-US" altLang="en-US" dirty="0"/>
              <a:t>References</a:t>
            </a:r>
          </a:p>
          <a:p>
            <a:pPr eaLnBrk="1" hangingPunct="1"/>
            <a:endParaRPr lang="en-US" alt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Date Placeholder 3"/>
          <p:cNvSpPr>
            <a:spLocks noGrp="1"/>
          </p:cNvSpPr>
          <p:nvPr>
            <p:ph type="dt" sz="quarter" idx="10"/>
          </p:nvPr>
        </p:nvSpPr>
        <p:spPr>
          <a:noFill/>
          <a:ln>
            <a:miter lim="800000"/>
            <a:headEnd/>
            <a:tailEnd/>
          </a:ln>
        </p:spPr>
        <p:txBody>
          <a:bodyPr/>
          <a:lstStyle/>
          <a:p>
            <a:fld id="{BC24BE45-9672-4ECA-9AB2-C0AC69BFA8F6}" type="datetime1">
              <a:rPr lang="en-US" altLang="en-US"/>
              <a:pPr/>
              <a:t>1/10/2026</a:t>
            </a:fld>
            <a:endParaRPr lang="en-US" altLang="en-US"/>
          </a:p>
        </p:txBody>
      </p:sp>
      <p:sp>
        <p:nvSpPr>
          <p:cNvPr id="6148" name="Slide Number Placeholder 5"/>
          <p:cNvSpPr>
            <a:spLocks noGrp="1"/>
          </p:cNvSpPr>
          <p:nvPr>
            <p:ph type="sldNum" sz="quarter" idx="12"/>
          </p:nvPr>
        </p:nvSpPr>
        <p:spPr>
          <a:noFill/>
          <a:ln>
            <a:miter lim="800000"/>
            <a:headEnd/>
            <a:tailEnd/>
          </a:ln>
        </p:spPr>
        <p:txBody>
          <a:bodyPr/>
          <a:lstStyle/>
          <a:p>
            <a:fld id="{18DA8451-9D46-4F55-8AF0-68484E82EC14}" type="slidenum">
              <a:rPr lang="en-US" altLang="en-US"/>
              <a:pPr/>
              <a:t>3</a:t>
            </a:fld>
            <a:endParaRPr lang="en-US" altLang="en-US"/>
          </a:p>
        </p:txBody>
      </p:sp>
      <p:sp>
        <p:nvSpPr>
          <p:cNvPr id="6149" name="Rectangle 2"/>
          <p:cNvSpPr>
            <a:spLocks noGrp="1" noChangeArrowheads="1"/>
          </p:cNvSpPr>
          <p:nvPr>
            <p:ph type="title"/>
          </p:nvPr>
        </p:nvSpPr>
        <p:spPr/>
        <p:txBody>
          <a:bodyPr/>
          <a:lstStyle/>
          <a:p>
            <a:pPr eaLnBrk="1" hangingPunct="1"/>
            <a:r>
              <a:rPr lang="en-US" altLang="en-US"/>
              <a:t>Problem Statement</a:t>
            </a:r>
          </a:p>
        </p:txBody>
      </p:sp>
      <p:sp>
        <p:nvSpPr>
          <p:cNvPr id="6150" name="Rectangle 3"/>
          <p:cNvSpPr>
            <a:spLocks noGrp="1" noChangeArrowheads="1"/>
          </p:cNvSpPr>
          <p:nvPr>
            <p:ph type="body" idx="1"/>
          </p:nvPr>
        </p:nvSpPr>
        <p:spPr/>
        <p:txBody>
          <a:bodyPr/>
          <a:lstStyle/>
          <a:p>
            <a:r>
              <a:rPr lang="en-US" sz="2000" dirty="0"/>
              <a:t>In Pakistan’s freelance market, most freelancers and clients rely on informal communication channels such as social media or messaging apps to negotiate and manage projects. This often leads to trust issues, payment fraud, lack of formal contracts, and project disputes. Existing international platforms like Fiverr and Upwork charge high commissions and do not support local payment gateways, making them less accessible for many users. Therefore, there is a need for a secure, automated web platform that allows freelancers and clients to create digital contracts, manage escrow based payments, and ensure transparent collaboration using local payment methods such as Easypaisa and JazzCash.</a:t>
            </a:r>
            <a:endParaRPr lang="en-PK" sz="2000" b="1" dirty="0"/>
          </a:p>
        </p:txBody>
      </p:sp>
      <p:sp>
        <p:nvSpPr>
          <p:cNvPr id="7" name="Footer Placeholder 4"/>
          <p:cNvSpPr>
            <a:spLocks noGrp="1"/>
          </p:cNvSpPr>
          <p:nvPr>
            <p:ph type="ftr" sz="quarter" idx="11"/>
          </p:nvPr>
        </p:nvSpPr>
        <p:spPr>
          <a:xfrm>
            <a:off x="2895600" y="6400800"/>
            <a:ext cx="3352800" cy="304800"/>
          </a:xfrm>
          <a:noFill/>
          <a:ln>
            <a:miter lim="800000"/>
            <a:headEnd/>
            <a:tailEnd/>
          </a:ln>
        </p:spPr>
        <p:txBody>
          <a:bodyPr/>
          <a:lstStyle/>
          <a:p>
            <a:r>
              <a:rPr lang="en-US" altLang="en-US" dirty="0"/>
              <a:t>ContracthubPk</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Date Placeholder 3"/>
          <p:cNvSpPr>
            <a:spLocks noGrp="1"/>
          </p:cNvSpPr>
          <p:nvPr>
            <p:ph type="dt" sz="quarter" idx="10"/>
          </p:nvPr>
        </p:nvSpPr>
        <p:spPr>
          <a:noFill/>
          <a:ln>
            <a:miter lim="800000"/>
            <a:headEnd/>
            <a:tailEnd/>
          </a:ln>
        </p:spPr>
        <p:txBody>
          <a:bodyPr/>
          <a:lstStyle/>
          <a:p>
            <a:fld id="{4AC782DC-85FF-47EB-984B-4E94ACF0A85F}" type="datetime1">
              <a:rPr lang="en-US" altLang="en-US"/>
              <a:pPr/>
              <a:t>1/10/2026</a:t>
            </a:fld>
            <a:endParaRPr lang="en-US" altLang="en-US"/>
          </a:p>
        </p:txBody>
      </p:sp>
      <p:sp>
        <p:nvSpPr>
          <p:cNvPr id="7172" name="Slide Number Placeholder 5"/>
          <p:cNvSpPr>
            <a:spLocks noGrp="1"/>
          </p:cNvSpPr>
          <p:nvPr>
            <p:ph type="sldNum" sz="quarter" idx="12"/>
          </p:nvPr>
        </p:nvSpPr>
        <p:spPr>
          <a:noFill/>
          <a:ln>
            <a:miter lim="800000"/>
            <a:headEnd/>
            <a:tailEnd/>
          </a:ln>
        </p:spPr>
        <p:txBody>
          <a:bodyPr/>
          <a:lstStyle/>
          <a:p>
            <a:fld id="{F26514D2-1ED3-4803-96E6-353A271EE996}" type="slidenum">
              <a:rPr lang="en-US" altLang="en-US"/>
              <a:pPr/>
              <a:t>4</a:t>
            </a:fld>
            <a:endParaRPr lang="en-US" altLang="en-US"/>
          </a:p>
        </p:txBody>
      </p:sp>
      <p:sp>
        <p:nvSpPr>
          <p:cNvPr id="7173" name="Rectangle 2"/>
          <p:cNvSpPr>
            <a:spLocks noGrp="1" noChangeArrowheads="1"/>
          </p:cNvSpPr>
          <p:nvPr>
            <p:ph type="title"/>
          </p:nvPr>
        </p:nvSpPr>
        <p:spPr/>
        <p:txBody>
          <a:bodyPr/>
          <a:lstStyle/>
          <a:p>
            <a:pPr eaLnBrk="1" hangingPunct="1"/>
            <a:r>
              <a:rPr lang="en-US" altLang="en-US"/>
              <a:t>Aims &amp; Objectives</a:t>
            </a:r>
          </a:p>
        </p:txBody>
      </p:sp>
      <p:sp>
        <p:nvSpPr>
          <p:cNvPr id="7174" name="Rectangle 3"/>
          <p:cNvSpPr>
            <a:spLocks noGrp="1" noChangeArrowheads="1"/>
          </p:cNvSpPr>
          <p:nvPr>
            <p:ph type="body" idx="1"/>
          </p:nvPr>
        </p:nvSpPr>
        <p:spPr/>
        <p:txBody>
          <a:bodyPr/>
          <a:lstStyle/>
          <a:p>
            <a:pPr eaLnBrk="1" hangingPunct="1"/>
            <a:r>
              <a:rPr lang="en-US" sz="2000" dirty="0"/>
              <a:t>to develop a secure web platform that enables freelancers and clients to manage contracts and payments through an automated escrow system. It aims to eliminate trust issues and payment fraud by integrating local gateways such as Easypaisa, JazzCash, and Visa. </a:t>
            </a:r>
            <a:endParaRPr lang="en-PK" sz="2000" dirty="0"/>
          </a:p>
          <a:p>
            <a:r>
              <a:rPr lang="en-US" sz="2000" b="1" dirty="0"/>
              <a:t>Objectives</a:t>
            </a:r>
            <a:endParaRPr lang="en-PK" sz="2000" dirty="0"/>
          </a:p>
          <a:p>
            <a:pPr lvl="2"/>
            <a:r>
              <a:rPr lang="en-US" sz="2000" dirty="0"/>
              <a:t> Connecting freelancers and clients for transparent collaboration.</a:t>
            </a:r>
            <a:endParaRPr lang="en-PK" sz="2000" dirty="0"/>
          </a:p>
          <a:p>
            <a:pPr lvl="2"/>
            <a:r>
              <a:rPr lang="en-US" sz="2000" dirty="0"/>
              <a:t>Implemented an automated escrow system to ensure safe and milestone based payments</a:t>
            </a:r>
            <a:endParaRPr lang="en-PK" sz="2000" dirty="0"/>
          </a:p>
          <a:p>
            <a:pPr lvl="2"/>
            <a:r>
              <a:rPr lang="en-US" sz="2000" dirty="0"/>
              <a:t>Integrate local payment gateways like Easypaisa, JazzCash </a:t>
            </a:r>
            <a:endParaRPr lang="en-PK" sz="2000" dirty="0"/>
          </a:p>
          <a:p>
            <a:pPr lvl="2"/>
            <a:r>
              <a:rPr lang="en-US" sz="2000" dirty="0"/>
              <a:t>Enable digital contract creation and management for clarity</a:t>
            </a:r>
            <a:endParaRPr lang="en-PK" sz="2000" dirty="0"/>
          </a:p>
          <a:p>
            <a:pPr lvl="2"/>
            <a:r>
              <a:rPr lang="en-US" sz="2000" dirty="0"/>
              <a:t>Provide a dispute resolution and review system</a:t>
            </a:r>
            <a:endParaRPr lang="en-PK" sz="2000" dirty="0"/>
          </a:p>
          <a:p>
            <a:pPr eaLnBrk="1" hangingPunct="1"/>
            <a:endParaRPr lang="en-US" altLang="en-US" sz="2000" dirty="0"/>
          </a:p>
        </p:txBody>
      </p:sp>
      <p:sp>
        <p:nvSpPr>
          <p:cNvPr id="7" name="Footer Placeholder 4"/>
          <p:cNvSpPr>
            <a:spLocks noGrp="1"/>
          </p:cNvSpPr>
          <p:nvPr>
            <p:ph type="ftr" sz="quarter" idx="11"/>
          </p:nvPr>
        </p:nvSpPr>
        <p:spPr>
          <a:xfrm>
            <a:off x="2895600" y="6400800"/>
            <a:ext cx="3352800" cy="304800"/>
          </a:xfrm>
          <a:noFill/>
          <a:ln>
            <a:miter lim="800000"/>
            <a:headEnd/>
            <a:tailEnd/>
          </a:ln>
        </p:spPr>
        <p:txBody>
          <a:bodyPr/>
          <a:lstStyle/>
          <a:p>
            <a:r>
              <a:rPr lang="en-US" altLang="en-US" dirty="0"/>
              <a:t>ContracthubPk</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Date Placeholder 3"/>
          <p:cNvSpPr>
            <a:spLocks noGrp="1"/>
          </p:cNvSpPr>
          <p:nvPr>
            <p:ph type="dt" sz="quarter" idx="10"/>
          </p:nvPr>
        </p:nvSpPr>
        <p:spPr>
          <a:noFill/>
          <a:ln>
            <a:miter lim="800000"/>
            <a:headEnd/>
            <a:tailEnd/>
          </a:ln>
        </p:spPr>
        <p:txBody>
          <a:bodyPr/>
          <a:lstStyle/>
          <a:p>
            <a:fld id="{2061830D-EE20-4978-8216-ACEE0C233FC2}" type="datetime1">
              <a:rPr lang="en-US" altLang="en-US"/>
              <a:pPr/>
              <a:t>1/10/2026</a:t>
            </a:fld>
            <a:endParaRPr lang="en-US" altLang="en-US"/>
          </a:p>
        </p:txBody>
      </p:sp>
      <p:sp>
        <p:nvSpPr>
          <p:cNvPr id="8196" name="Slide Number Placeholder 5"/>
          <p:cNvSpPr>
            <a:spLocks noGrp="1"/>
          </p:cNvSpPr>
          <p:nvPr>
            <p:ph type="sldNum" sz="quarter" idx="12"/>
          </p:nvPr>
        </p:nvSpPr>
        <p:spPr>
          <a:noFill/>
          <a:ln>
            <a:miter lim="800000"/>
            <a:headEnd/>
            <a:tailEnd/>
          </a:ln>
        </p:spPr>
        <p:txBody>
          <a:bodyPr/>
          <a:lstStyle/>
          <a:p>
            <a:fld id="{B62D36AE-9197-4C7F-9AC9-8E58F09538E2}" type="slidenum">
              <a:rPr lang="en-US" altLang="en-US"/>
              <a:pPr/>
              <a:t>5</a:t>
            </a:fld>
            <a:endParaRPr lang="en-US" altLang="en-US"/>
          </a:p>
        </p:txBody>
      </p:sp>
      <p:sp>
        <p:nvSpPr>
          <p:cNvPr id="8197" name="Rectangle 2"/>
          <p:cNvSpPr>
            <a:spLocks noGrp="1" noChangeArrowheads="1"/>
          </p:cNvSpPr>
          <p:nvPr>
            <p:ph type="title"/>
          </p:nvPr>
        </p:nvSpPr>
        <p:spPr/>
        <p:txBody>
          <a:bodyPr/>
          <a:lstStyle/>
          <a:p>
            <a:pPr marL="742950" indent="-742950" eaLnBrk="1" hangingPunct="1"/>
            <a:r>
              <a:rPr lang="en-US" altLang="en-US" dirty="0"/>
              <a:t>Introduction</a:t>
            </a:r>
          </a:p>
        </p:txBody>
      </p:sp>
      <p:sp>
        <p:nvSpPr>
          <p:cNvPr id="8198" name="Rectangle 3"/>
          <p:cNvSpPr>
            <a:spLocks noGrp="1" noChangeArrowheads="1"/>
          </p:cNvSpPr>
          <p:nvPr>
            <p:ph type="body" idx="1"/>
          </p:nvPr>
        </p:nvSpPr>
        <p:spPr/>
        <p:txBody>
          <a:bodyPr/>
          <a:lstStyle/>
          <a:p>
            <a:pPr eaLnBrk="1" hangingPunct="1"/>
            <a:r>
              <a:rPr lang="en-US" sz="2000" dirty="0"/>
              <a:t>The proposed project, titled “A Secure Web Platform for Managing Freelance Contracts and Escrow Payments using Local Payment Gateways,” aims to address the growing issues of trust, payment security, and contract management within Pakistan’s local freelance market. Many freelancers and clients in Pakistan prefer to work outside international platforms like Fiverr and Upwork due to their high service charges and intense competition. However, working independently through social media or informal communication channels often leads to payment disputes, project delays, and a lack of accountability, as there is no standardized system to ensure safe transactions or enforce digital agreements.</a:t>
            </a:r>
            <a:endParaRPr lang="en-US" altLang="en-US" sz="2000" dirty="0"/>
          </a:p>
        </p:txBody>
      </p:sp>
      <p:sp>
        <p:nvSpPr>
          <p:cNvPr id="7" name="Footer Placeholder 4"/>
          <p:cNvSpPr>
            <a:spLocks noGrp="1"/>
          </p:cNvSpPr>
          <p:nvPr>
            <p:ph type="ftr" sz="quarter" idx="11"/>
          </p:nvPr>
        </p:nvSpPr>
        <p:spPr>
          <a:xfrm>
            <a:off x="2895600" y="6400800"/>
            <a:ext cx="3352800" cy="304800"/>
          </a:xfrm>
          <a:noFill/>
          <a:ln>
            <a:miter lim="800000"/>
            <a:headEnd/>
            <a:tailEnd/>
          </a:ln>
        </p:spPr>
        <p:txBody>
          <a:bodyPr/>
          <a:lstStyle/>
          <a:p>
            <a:r>
              <a:rPr lang="en-US" altLang="en-US" dirty="0"/>
              <a:t>ContracthubPk</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84DE4E-D471-DE82-98F5-D60B69B6B1F2}"/>
            </a:ext>
          </a:extLst>
        </p:cNvPr>
        <p:cNvGrpSpPr/>
        <p:nvPr/>
      </p:nvGrpSpPr>
      <p:grpSpPr>
        <a:xfrm>
          <a:off x="0" y="0"/>
          <a:ext cx="0" cy="0"/>
          <a:chOff x="0" y="0"/>
          <a:chExt cx="0" cy="0"/>
        </a:xfrm>
      </p:grpSpPr>
      <p:sp>
        <p:nvSpPr>
          <p:cNvPr id="8194" name="Date Placeholder 3">
            <a:extLst>
              <a:ext uri="{FF2B5EF4-FFF2-40B4-BE49-F238E27FC236}">
                <a16:creationId xmlns:a16="http://schemas.microsoft.com/office/drawing/2014/main" id="{8A6AB011-FC2E-06B7-C605-8B752D8CF311}"/>
              </a:ext>
            </a:extLst>
          </p:cNvPr>
          <p:cNvSpPr>
            <a:spLocks noGrp="1"/>
          </p:cNvSpPr>
          <p:nvPr>
            <p:ph type="dt" sz="quarter" idx="10"/>
          </p:nvPr>
        </p:nvSpPr>
        <p:spPr>
          <a:noFill/>
          <a:ln>
            <a:miter lim="800000"/>
            <a:headEnd/>
            <a:tailEnd/>
          </a:ln>
        </p:spPr>
        <p:txBody>
          <a:bodyPr/>
          <a:lstStyle/>
          <a:p>
            <a:fld id="{2061830D-EE20-4978-8216-ACEE0C233FC2}" type="datetime1">
              <a:rPr lang="en-US" altLang="en-US"/>
              <a:pPr/>
              <a:t>1/10/2026</a:t>
            </a:fld>
            <a:endParaRPr lang="en-US" altLang="en-US"/>
          </a:p>
        </p:txBody>
      </p:sp>
      <p:sp>
        <p:nvSpPr>
          <p:cNvPr id="8196" name="Slide Number Placeholder 5">
            <a:extLst>
              <a:ext uri="{FF2B5EF4-FFF2-40B4-BE49-F238E27FC236}">
                <a16:creationId xmlns:a16="http://schemas.microsoft.com/office/drawing/2014/main" id="{4BA99425-54A7-9DD4-6333-0C39715F9AAF}"/>
              </a:ext>
            </a:extLst>
          </p:cNvPr>
          <p:cNvSpPr>
            <a:spLocks noGrp="1"/>
          </p:cNvSpPr>
          <p:nvPr>
            <p:ph type="sldNum" sz="quarter" idx="12"/>
          </p:nvPr>
        </p:nvSpPr>
        <p:spPr>
          <a:noFill/>
          <a:ln>
            <a:miter lim="800000"/>
            <a:headEnd/>
            <a:tailEnd/>
          </a:ln>
        </p:spPr>
        <p:txBody>
          <a:bodyPr/>
          <a:lstStyle/>
          <a:p>
            <a:fld id="{B62D36AE-9197-4C7F-9AC9-8E58F09538E2}" type="slidenum">
              <a:rPr lang="en-US" altLang="en-US"/>
              <a:pPr/>
              <a:t>6</a:t>
            </a:fld>
            <a:endParaRPr lang="en-US" altLang="en-US"/>
          </a:p>
        </p:txBody>
      </p:sp>
      <p:sp>
        <p:nvSpPr>
          <p:cNvPr id="8197" name="Rectangle 2">
            <a:extLst>
              <a:ext uri="{FF2B5EF4-FFF2-40B4-BE49-F238E27FC236}">
                <a16:creationId xmlns:a16="http://schemas.microsoft.com/office/drawing/2014/main" id="{D370E0F7-CEC6-D503-F3DD-79BCEC5444D0}"/>
              </a:ext>
            </a:extLst>
          </p:cNvPr>
          <p:cNvSpPr>
            <a:spLocks noGrp="1" noChangeArrowheads="1"/>
          </p:cNvSpPr>
          <p:nvPr>
            <p:ph type="title"/>
          </p:nvPr>
        </p:nvSpPr>
        <p:spPr>
          <a:xfrm>
            <a:off x="457200" y="-76200"/>
            <a:ext cx="7543800" cy="1295400"/>
          </a:xfrm>
        </p:spPr>
        <p:txBody>
          <a:bodyPr/>
          <a:lstStyle/>
          <a:p>
            <a:pPr marL="742950" indent="-742950" eaLnBrk="1" hangingPunct="1"/>
            <a:r>
              <a:rPr lang="en-US" altLang="en-US" dirty="0"/>
              <a:t>Introduction Conti…</a:t>
            </a:r>
          </a:p>
        </p:txBody>
      </p:sp>
      <p:sp>
        <p:nvSpPr>
          <p:cNvPr id="8198" name="Rectangle 3">
            <a:extLst>
              <a:ext uri="{FF2B5EF4-FFF2-40B4-BE49-F238E27FC236}">
                <a16:creationId xmlns:a16="http://schemas.microsoft.com/office/drawing/2014/main" id="{0A31BDA4-28B9-053F-A999-F2CF817A454B}"/>
              </a:ext>
            </a:extLst>
          </p:cNvPr>
          <p:cNvSpPr>
            <a:spLocks noGrp="1" noChangeArrowheads="1"/>
          </p:cNvSpPr>
          <p:nvPr>
            <p:ph type="body" idx="1"/>
          </p:nvPr>
        </p:nvSpPr>
        <p:spPr>
          <a:xfrm>
            <a:off x="228600" y="1219200"/>
            <a:ext cx="8229600" cy="4411663"/>
          </a:xfrm>
        </p:spPr>
        <p:txBody>
          <a:bodyPr/>
          <a:lstStyle/>
          <a:p>
            <a:r>
              <a:rPr lang="en-US" sz="2000" dirty="0"/>
              <a:t>This project proposes a web-based platform that enables freelancers and clients to create, manage, and execute freelance contracts securely while ensuring fair and transparent payments through escrow mechanisms. The system will integrate local payment gateways such as Easypaisa, JazzCash, and Visa/MasterCard to support seamless and accessible financial transactions. Key features will include contract creation, milestone-based payments, automated escrow release, dispute resolution, and user verification to ensure reliability and confidence between both parties.</a:t>
            </a:r>
            <a:endParaRPr lang="en-PK" sz="2000" dirty="0"/>
          </a:p>
          <a:p>
            <a:r>
              <a:rPr lang="en-US" sz="2000" dirty="0"/>
              <a:t>By automating the freelance workflow and ensuring secure payment management, this system will serve as a trusted digital bridge between freelancers and clients in Pakistan. It will promote digital trust, financial inclusion, and transparent collaboration, while reducing the dependency on costly international freelancing platforms.</a:t>
            </a:r>
            <a:endParaRPr lang="en-PK" sz="2000" dirty="0"/>
          </a:p>
        </p:txBody>
      </p:sp>
      <p:sp>
        <p:nvSpPr>
          <p:cNvPr id="7" name="Footer Placeholder 4">
            <a:extLst>
              <a:ext uri="{FF2B5EF4-FFF2-40B4-BE49-F238E27FC236}">
                <a16:creationId xmlns:a16="http://schemas.microsoft.com/office/drawing/2014/main" id="{C4C592BC-06DB-51D9-F7E0-7764BBCA8F0A}"/>
              </a:ext>
            </a:extLst>
          </p:cNvPr>
          <p:cNvSpPr>
            <a:spLocks noGrp="1"/>
          </p:cNvSpPr>
          <p:nvPr>
            <p:ph type="ftr" sz="quarter" idx="11"/>
          </p:nvPr>
        </p:nvSpPr>
        <p:spPr>
          <a:xfrm>
            <a:off x="2895600" y="6400800"/>
            <a:ext cx="3352800" cy="304800"/>
          </a:xfrm>
          <a:noFill/>
          <a:ln>
            <a:miter lim="800000"/>
            <a:headEnd/>
            <a:tailEnd/>
          </a:ln>
        </p:spPr>
        <p:txBody>
          <a:bodyPr/>
          <a:lstStyle/>
          <a:p>
            <a:r>
              <a:rPr lang="en-US" altLang="en-US" dirty="0"/>
              <a:t>ContracthubPk</a:t>
            </a:r>
          </a:p>
        </p:txBody>
      </p:sp>
    </p:spTree>
    <p:extLst>
      <p:ext uri="{BB962C8B-B14F-4D97-AF65-F5344CB8AC3E}">
        <p14:creationId xmlns:p14="http://schemas.microsoft.com/office/powerpoint/2010/main" val="27112073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Date Placeholder 3"/>
          <p:cNvSpPr>
            <a:spLocks noGrp="1"/>
          </p:cNvSpPr>
          <p:nvPr>
            <p:ph type="dt" sz="quarter" idx="10"/>
          </p:nvPr>
        </p:nvSpPr>
        <p:spPr>
          <a:noFill/>
          <a:ln>
            <a:miter lim="800000"/>
            <a:headEnd/>
            <a:tailEnd/>
          </a:ln>
        </p:spPr>
        <p:txBody>
          <a:bodyPr/>
          <a:lstStyle/>
          <a:p>
            <a:fld id="{F85BF692-77CA-40CD-8285-FEAEA47698CF}" type="datetime1">
              <a:rPr lang="en-US" altLang="en-US"/>
              <a:pPr/>
              <a:t>1/10/2026</a:t>
            </a:fld>
            <a:endParaRPr lang="en-US" altLang="en-US"/>
          </a:p>
        </p:txBody>
      </p:sp>
      <p:sp>
        <p:nvSpPr>
          <p:cNvPr id="9220" name="Slide Number Placeholder 5"/>
          <p:cNvSpPr>
            <a:spLocks noGrp="1"/>
          </p:cNvSpPr>
          <p:nvPr>
            <p:ph type="sldNum" sz="quarter" idx="12"/>
          </p:nvPr>
        </p:nvSpPr>
        <p:spPr>
          <a:noFill/>
          <a:ln>
            <a:miter lim="800000"/>
            <a:headEnd/>
            <a:tailEnd/>
          </a:ln>
        </p:spPr>
        <p:txBody>
          <a:bodyPr/>
          <a:lstStyle/>
          <a:p>
            <a:fld id="{FB27E715-8D8B-492C-A254-1E67DA219FDF}" type="slidenum">
              <a:rPr lang="en-US" altLang="en-US"/>
              <a:pPr/>
              <a:t>7</a:t>
            </a:fld>
            <a:endParaRPr lang="en-US" altLang="en-US"/>
          </a:p>
        </p:txBody>
      </p:sp>
      <p:sp>
        <p:nvSpPr>
          <p:cNvPr id="9221" name="Rectangle 2"/>
          <p:cNvSpPr>
            <a:spLocks noGrp="1" noChangeArrowheads="1"/>
          </p:cNvSpPr>
          <p:nvPr>
            <p:ph type="title"/>
          </p:nvPr>
        </p:nvSpPr>
        <p:spPr/>
        <p:txBody>
          <a:bodyPr/>
          <a:lstStyle/>
          <a:p>
            <a:pPr marL="742950" indent="-742950" eaLnBrk="1" hangingPunct="1"/>
            <a:r>
              <a:rPr lang="en-US" altLang="en-US" dirty="0"/>
              <a:t>Methodology</a:t>
            </a:r>
          </a:p>
        </p:txBody>
      </p:sp>
      <p:sp>
        <p:nvSpPr>
          <p:cNvPr id="9222" name="Rectangle 3"/>
          <p:cNvSpPr>
            <a:spLocks noGrp="1" noChangeArrowheads="1"/>
          </p:cNvSpPr>
          <p:nvPr>
            <p:ph type="body" idx="1"/>
          </p:nvPr>
        </p:nvSpPr>
        <p:spPr/>
        <p:txBody>
          <a:bodyPr/>
          <a:lstStyle/>
          <a:p>
            <a:r>
              <a:rPr lang="en-US" b="1" dirty="0"/>
              <a:t>Development Methodology</a:t>
            </a:r>
          </a:p>
          <a:p>
            <a:pPr>
              <a:buFont typeface="Wingdings" panose="05000000000000000000" pitchFamily="2" charset="2"/>
              <a:buChar char="q"/>
            </a:pPr>
            <a:r>
              <a:rPr lang="en-US" sz="1800" dirty="0"/>
              <a:t>The project will follow an </a:t>
            </a:r>
            <a:r>
              <a:rPr lang="en-US" sz="1800" b="1" dirty="0"/>
              <a:t>Agile (Iterative) development approach</a:t>
            </a:r>
            <a:r>
              <a:rPr lang="en-US" sz="1800" dirty="0"/>
              <a:t>.</a:t>
            </a:r>
          </a:p>
          <a:p>
            <a:pPr>
              <a:buFont typeface="Wingdings" panose="05000000000000000000" pitchFamily="2" charset="2"/>
              <a:buChar char="q"/>
            </a:pPr>
            <a:r>
              <a:rPr lang="en-US" sz="1800" dirty="0"/>
              <a:t>System is developed in </a:t>
            </a:r>
            <a:r>
              <a:rPr lang="en-US" sz="1800" b="1" dirty="0"/>
              <a:t>incremental modules</a:t>
            </a:r>
            <a:r>
              <a:rPr lang="en-US" sz="1800" dirty="0"/>
              <a:t> with regular reviews.</a:t>
            </a:r>
          </a:p>
          <a:p>
            <a:pPr>
              <a:buFont typeface="Wingdings" panose="05000000000000000000" pitchFamily="2" charset="2"/>
              <a:buChar char="q"/>
            </a:pPr>
            <a:r>
              <a:rPr lang="en-US" sz="1800" dirty="0"/>
              <a:t>This approach reduces risk and supports continuous improvement.</a:t>
            </a:r>
          </a:p>
          <a:p>
            <a:r>
              <a:rPr lang="en-US" b="1" dirty="0"/>
              <a:t>Requirement Analysis</a:t>
            </a:r>
          </a:p>
          <a:p>
            <a:pPr>
              <a:buFont typeface="Wingdings" panose="05000000000000000000" pitchFamily="2" charset="2"/>
              <a:buChar char="q"/>
            </a:pPr>
            <a:r>
              <a:rPr lang="en-US" sz="1800" dirty="0"/>
              <a:t>Requirements are gathered through:</a:t>
            </a:r>
          </a:p>
          <a:p>
            <a:pPr lvl="1">
              <a:buFont typeface="Wingdings" panose="05000000000000000000" pitchFamily="2" charset="2"/>
              <a:buChar char="q"/>
            </a:pPr>
            <a:r>
              <a:rPr lang="en-US" sz="1800" dirty="0"/>
              <a:t>Study of existing platforms (Fiverr, Upwork)</a:t>
            </a:r>
          </a:p>
          <a:p>
            <a:pPr lvl="1">
              <a:buFont typeface="Wingdings" panose="05000000000000000000" pitchFamily="2" charset="2"/>
              <a:buChar char="q"/>
            </a:pPr>
            <a:r>
              <a:rPr lang="en-US" sz="1800" dirty="0"/>
              <a:t>Analysis of Pakistan’s local freelance market</a:t>
            </a:r>
          </a:p>
          <a:p>
            <a:pPr lvl="1">
              <a:buFont typeface="Wingdings" panose="05000000000000000000" pitchFamily="2" charset="2"/>
              <a:buChar char="q"/>
            </a:pPr>
            <a:r>
              <a:rPr lang="en-US" sz="1800" dirty="0"/>
              <a:t>Identification of payment and trust issues</a:t>
            </a:r>
          </a:p>
          <a:p>
            <a:pPr>
              <a:buFont typeface="Wingdings" panose="05000000000000000000" pitchFamily="2" charset="2"/>
              <a:buChar char="q"/>
            </a:pPr>
            <a:r>
              <a:rPr lang="en-US" sz="1800" dirty="0"/>
              <a:t>Functional and non-functional requirements are clearly documented in </a:t>
            </a:r>
            <a:r>
              <a:rPr lang="en-US" sz="1800" b="1" dirty="0"/>
              <a:t>SRS</a:t>
            </a:r>
            <a:r>
              <a:rPr lang="en-US" sz="1800" dirty="0"/>
              <a:t>.</a:t>
            </a:r>
          </a:p>
          <a:p>
            <a:pPr marL="0" indent="0" eaLnBrk="1" hangingPunct="1">
              <a:buNone/>
            </a:pPr>
            <a:endParaRPr lang="en-US" altLang="en-US" dirty="0"/>
          </a:p>
        </p:txBody>
      </p:sp>
      <p:sp>
        <p:nvSpPr>
          <p:cNvPr id="7" name="Footer Placeholder 4"/>
          <p:cNvSpPr>
            <a:spLocks noGrp="1"/>
          </p:cNvSpPr>
          <p:nvPr>
            <p:ph type="ftr" sz="quarter" idx="11"/>
          </p:nvPr>
        </p:nvSpPr>
        <p:spPr>
          <a:xfrm>
            <a:off x="2895600" y="6400800"/>
            <a:ext cx="3352800" cy="304800"/>
          </a:xfrm>
          <a:noFill/>
          <a:ln>
            <a:miter lim="800000"/>
            <a:headEnd/>
            <a:tailEnd/>
          </a:ln>
        </p:spPr>
        <p:txBody>
          <a:bodyPr/>
          <a:lstStyle/>
          <a:p>
            <a:r>
              <a:rPr lang="en-US" altLang="en-US" dirty="0"/>
              <a:t>ContracthubPk</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Date Placeholder 3"/>
          <p:cNvSpPr>
            <a:spLocks noGrp="1"/>
          </p:cNvSpPr>
          <p:nvPr>
            <p:ph type="dt" sz="quarter" idx="10"/>
          </p:nvPr>
        </p:nvSpPr>
        <p:spPr>
          <a:noFill/>
          <a:ln>
            <a:miter lim="800000"/>
            <a:headEnd/>
            <a:tailEnd/>
          </a:ln>
        </p:spPr>
        <p:txBody>
          <a:bodyPr/>
          <a:lstStyle/>
          <a:p>
            <a:fld id="{3CFAEDAC-8F83-4A0E-9275-3AC03E30CD5E}" type="datetime1">
              <a:rPr lang="en-US" altLang="en-US"/>
              <a:pPr/>
              <a:t>1/10/2026</a:t>
            </a:fld>
            <a:endParaRPr lang="en-US" altLang="en-US"/>
          </a:p>
        </p:txBody>
      </p:sp>
      <p:sp>
        <p:nvSpPr>
          <p:cNvPr id="10244" name="Slide Number Placeholder 5"/>
          <p:cNvSpPr>
            <a:spLocks noGrp="1"/>
          </p:cNvSpPr>
          <p:nvPr>
            <p:ph type="sldNum" sz="quarter" idx="12"/>
          </p:nvPr>
        </p:nvSpPr>
        <p:spPr>
          <a:noFill/>
          <a:ln>
            <a:miter lim="800000"/>
            <a:headEnd/>
            <a:tailEnd/>
          </a:ln>
        </p:spPr>
        <p:txBody>
          <a:bodyPr/>
          <a:lstStyle/>
          <a:p>
            <a:fld id="{FAADCC3E-0528-421C-95D1-EAA6FAB6CDD5}" type="slidenum">
              <a:rPr lang="en-US" altLang="en-US"/>
              <a:pPr/>
              <a:t>8</a:t>
            </a:fld>
            <a:endParaRPr lang="en-US" altLang="en-US"/>
          </a:p>
        </p:txBody>
      </p:sp>
      <p:sp>
        <p:nvSpPr>
          <p:cNvPr id="10245" name="Rectangle 2"/>
          <p:cNvSpPr>
            <a:spLocks noGrp="1" noChangeArrowheads="1"/>
          </p:cNvSpPr>
          <p:nvPr>
            <p:ph type="title"/>
          </p:nvPr>
        </p:nvSpPr>
        <p:spPr/>
        <p:txBody>
          <a:bodyPr/>
          <a:lstStyle/>
          <a:p>
            <a:pPr marL="742950" indent="-742950" eaLnBrk="1" hangingPunct="1"/>
            <a:r>
              <a:rPr lang="en-US" altLang="en-US" dirty="0"/>
              <a:t>Methodology Conti…</a:t>
            </a:r>
          </a:p>
        </p:txBody>
      </p:sp>
      <p:sp>
        <p:nvSpPr>
          <p:cNvPr id="10246" name="Rectangle 3"/>
          <p:cNvSpPr>
            <a:spLocks noGrp="1" noChangeArrowheads="1"/>
          </p:cNvSpPr>
          <p:nvPr>
            <p:ph type="body" idx="1"/>
          </p:nvPr>
        </p:nvSpPr>
        <p:spPr/>
        <p:txBody>
          <a:bodyPr/>
          <a:lstStyle/>
          <a:p>
            <a:r>
              <a:rPr lang="en-US" b="1" dirty="0"/>
              <a:t>System Architecture Design</a:t>
            </a:r>
          </a:p>
          <a:p>
            <a:pPr>
              <a:buFont typeface="Wingdings" panose="05000000000000000000" pitchFamily="2" charset="2"/>
              <a:buChar char="q"/>
            </a:pPr>
            <a:r>
              <a:rPr lang="en-US" sz="1800" dirty="0"/>
              <a:t>The system uses a </a:t>
            </a:r>
            <a:r>
              <a:rPr lang="en-US" sz="1800" b="1" dirty="0"/>
              <a:t>three-tier architecture</a:t>
            </a:r>
            <a:r>
              <a:rPr lang="en-US" sz="1800" dirty="0"/>
              <a:t>:</a:t>
            </a:r>
          </a:p>
          <a:p>
            <a:pPr lvl="1">
              <a:buFont typeface="Wingdings" panose="05000000000000000000" pitchFamily="2" charset="2"/>
              <a:buChar char="q"/>
            </a:pPr>
            <a:r>
              <a:rPr lang="en-US" sz="1800" b="1" dirty="0"/>
              <a:t>Client React Application</a:t>
            </a:r>
            <a:r>
              <a:rPr lang="en-US" sz="1800" dirty="0"/>
              <a:t> (Freelancer &amp; Client)</a:t>
            </a:r>
          </a:p>
          <a:p>
            <a:pPr lvl="1">
              <a:buFont typeface="Wingdings" panose="05000000000000000000" pitchFamily="2" charset="2"/>
              <a:buChar char="q"/>
            </a:pPr>
            <a:r>
              <a:rPr lang="en-US" sz="1800" b="1" dirty="0"/>
              <a:t>Admin React Application</a:t>
            </a:r>
            <a:endParaRPr lang="en-US" sz="1800" dirty="0"/>
          </a:p>
          <a:p>
            <a:pPr lvl="1">
              <a:buFont typeface="Wingdings" panose="05000000000000000000" pitchFamily="2" charset="2"/>
              <a:buChar char="q"/>
            </a:pPr>
            <a:r>
              <a:rPr lang="en-US" sz="1800" b="1" dirty="0"/>
              <a:t>Backend Server (Node.js + Express)</a:t>
            </a:r>
            <a:endParaRPr lang="en-US" sz="1800" dirty="0"/>
          </a:p>
          <a:p>
            <a:pPr>
              <a:buFont typeface="Wingdings" panose="05000000000000000000" pitchFamily="2" charset="2"/>
              <a:buChar char="q"/>
            </a:pPr>
            <a:r>
              <a:rPr lang="en-US" sz="1800" dirty="0"/>
              <a:t>A centralized database manages contracts, payments, and disputes.</a:t>
            </a:r>
          </a:p>
          <a:p>
            <a:r>
              <a:rPr lang="en-US" b="1" dirty="0"/>
              <a:t>Implementation Strategy</a:t>
            </a:r>
          </a:p>
          <a:p>
            <a:pPr>
              <a:buFont typeface="Wingdings" panose="05000000000000000000" pitchFamily="2" charset="2"/>
              <a:buChar char="q"/>
            </a:pPr>
            <a:r>
              <a:rPr lang="en-US" sz="1800" dirty="0"/>
              <a:t>Frontend developed using </a:t>
            </a:r>
            <a:r>
              <a:rPr lang="en-US" sz="1800" b="1" dirty="0"/>
              <a:t>React.js</a:t>
            </a:r>
            <a:r>
              <a:rPr lang="en-US" sz="1800" dirty="0"/>
              <a:t> with role based access.</a:t>
            </a:r>
          </a:p>
          <a:p>
            <a:pPr>
              <a:buFont typeface="Wingdings" panose="05000000000000000000" pitchFamily="2" charset="2"/>
              <a:buChar char="q"/>
            </a:pPr>
            <a:r>
              <a:rPr lang="en-US" sz="1800" dirty="0"/>
              <a:t>Backend APIs developed using </a:t>
            </a:r>
            <a:r>
              <a:rPr lang="en-US" sz="1800" b="1" dirty="0"/>
              <a:t>Node.js and Express.js</a:t>
            </a:r>
            <a:r>
              <a:rPr lang="en-US" sz="1800" dirty="0"/>
              <a:t>.</a:t>
            </a:r>
          </a:p>
          <a:p>
            <a:pPr>
              <a:buFont typeface="Wingdings" panose="05000000000000000000" pitchFamily="2" charset="2"/>
              <a:buChar char="q"/>
            </a:pPr>
            <a:r>
              <a:rPr lang="en-US" sz="1800" dirty="0"/>
              <a:t>Database used for secure storage of users, contracts, and transactions.</a:t>
            </a:r>
          </a:p>
          <a:p>
            <a:pPr>
              <a:buFont typeface="Wingdings" panose="05000000000000000000" pitchFamily="2" charset="2"/>
              <a:buChar char="q"/>
            </a:pPr>
            <a:r>
              <a:rPr lang="en-US" sz="1800" dirty="0"/>
              <a:t>Version control maintained using </a:t>
            </a:r>
            <a:r>
              <a:rPr lang="en-US" sz="1800" b="1" dirty="0"/>
              <a:t>GitHub</a:t>
            </a:r>
            <a:r>
              <a:rPr lang="en-US" sz="1800" dirty="0"/>
              <a:t>.</a:t>
            </a:r>
          </a:p>
          <a:p>
            <a:pPr marL="0" indent="0">
              <a:buNone/>
            </a:pPr>
            <a:endParaRPr lang="en-US" sz="1800" dirty="0"/>
          </a:p>
        </p:txBody>
      </p:sp>
      <p:sp>
        <p:nvSpPr>
          <p:cNvPr id="7" name="Footer Placeholder 4"/>
          <p:cNvSpPr>
            <a:spLocks noGrp="1"/>
          </p:cNvSpPr>
          <p:nvPr>
            <p:ph type="ftr" sz="quarter" idx="11"/>
          </p:nvPr>
        </p:nvSpPr>
        <p:spPr>
          <a:xfrm>
            <a:off x="2895600" y="6400800"/>
            <a:ext cx="3352800" cy="304800"/>
          </a:xfrm>
          <a:noFill/>
          <a:ln>
            <a:miter lim="800000"/>
            <a:headEnd/>
            <a:tailEnd/>
          </a:ln>
        </p:spPr>
        <p:txBody>
          <a:bodyPr/>
          <a:lstStyle/>
          <a:p>
            <a:r>
              <a:rPr lang="en-US" altLang="en-US" dirty="0"/>
              <a:t>Project Title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7135CC-5886-2CCB-2BA9-705EAAC35EDA}"/>
            </a:ext>
          </a:extLst>
        </p:cNvPr>
        <p:cNvGrpSpPr/>
        <p:nvPr/>
      </p:nvGrpSpPr>
      <p:grpSpPr>
        <a:xfrm>
          <a:off x="0" y="0"/>
          <a:ext cx="0" cy="0"/>
          <a:chOff x="0" y="0"/>
          <a:chExt cx="0" cy="0"/>
        </a:xfrm>
      </p:grpSpPr>
      <p:sp>
        <p:nvSpPr>
          <p:cNvPr id="9218" name="Date Placeholder 3">
            <a:extLst>
              <a:ext uri="{FF2B5EF4-FFF2-40B4-BE49-F238E27FC236}">
                <a16:creationId xmlns:a16="http://schemas.microsoft.com/office/drawing/2014/main" id="{7B30612B-C161-676B-8BDC-BAA6B35928EE}"/>
              </a:ext>
            </a:extLst>
          </p:cNvPr>
          <p:cNvSpPr>
            <a:spLocks noGrp="1"/>
          </p:cNvSpPr>
          <p:nvPr>
            <p:ph type="dt" sz="quarter" idx="10"/>
          </p:nvPr>
        </p:nvSpPr>
        <p:spPr>
          <a:noFill/>
          <a:ln>
            <a:miter lim="800000"/>
            <a:headEnd/>
            <a:tailEnd/>
          </a:ln>
        </p:spPr>
        <p:txBody>
          <a:bodyPr/>
          <a:lstStyle/>
          <a:p>
            <a:fld id="{F85BF692-77CA-40CD-8285-FEAEA47698CF}" type="datetime1">
              <a:rPr lang="en-US" altLang="en-US"/>
              <a:pPr/>
              <a:t>1/10/2026</a:t>
            </a:fld>
            <a:endParaRPr lang="en-US" altLang="en-US"/>
          </a:p>
        </p:txBody>
      </p:sp>
      <p:sp>
        <p:nvSpPr>
          <p:cNvPr id="9220" name="Slide Number Placeholder 5">
            <a:extLst>
              <a:ext uri="{FF2B5EF4-FFF2-40B4-BE49-F238E27FC236}">
                <a16:creationId xmlns:a16="http://schemas.microsoft.com/office/drawing/2014/main" id="{D85CCEBC-07E4-1622-D01F-85B214F35E49}"/>
              </a:ext>
            </a:extLst>
          </p:cNvPr>
          <p:cNvSpPr>
            <a:spLocks noGrp="1"/>
          </p:cNvSpPr>
          <p:nvPr>
            <p:ph type="sldNum" sz="quarter" idx="12"/>
          </p:nvPr>
        </p:nvSpPr>
        <p:spPr>
          <a:noFill/>
          <a:ln>
            <a:miter lim="800000"/>
            <a:headEnd/>
            <a:tailEnd/>
          </a:ln>
        </p:spPr>
        <p:txBody>
          <a:bodyPr/>
          <a:lstStyle/>
          <a:p>
            <a:fld id="{FB27E715-8D8B-492C-A254-1E67DA219FDF}" type="slidenum">
              <a:rPr lang="en-US" altLang="en-US"/>
              <a:pPr/>
              <a:t>9</a:t>
            </a:fld>
            <a:endParaRPr lang="en-US" altLang="en-US"/>
          </a:p>
        </p:txBody>
      </p:sp>
      <p:sp>
        <p:nvSpPr>
          <p:cNvPr id="9221" name="Rectangle 2">
            <a:extLst>
              <a:ext uri="{FF2B5EF4-FFF2-40B4-BE49-F238E27FC236}">
                <a16:creationId xmlns:a16="http://schemas.microsoft.com/office/drawing/2014/main" id="{60DCF958-DD8D-24F6-9D1E-FC90BB538BC9}"/>
              </a:ext>
            </a:extLst>
          </p:cNvPr>
          <p:cNvSpPr>
            <a:spLocks noGrp="1" noChangeArrowheads="1"/>
          </p:cNvSpPr>
          <p:nvPr>
            <p:ph type="title"/>
          </p:nvPr>
        </p:nvSpPr>
        <p:spPr/>
        <p:txBody>
          <a:bodyPr/>
          <a:lstStyle/>
          <a:p>
            <a:pPr marL="742950" indent="-742950" eaLnBrk="1" hangingPunct="1"/>
            <a:r>
              <a:rPr lang="en-US" altLang="en-US" dirty="0"/>
              <a:t>Methodology Conti…</a:t>
            </a:r>
          </a:p>
        </p:txBody>
      </p:sp>
      <p:sp>
        <p:nvSpPr>
          <p:cNvPr id="9222" name="Rectangle 3">
            <a:extLst>
              <a:ext uri="{FF2B5EF4-FFF2-40B4-BE49-F238E27FC236}">
                <a16:creationId xmlns:a16="http://schemas.microsoft.com/office/drawing/2014/main" id="{F55AAD6B-9A40-52E7-6CA7-F4EDF326DBF2}"/>
              </a:ext>
            </a:extLst>
          </p:cNvPr>
          <p:cNvSpPr>
            <a:spLocks noGrp="1" noChangeArrowheads="1"/>
          </p:cNvSpPr>
          <p:nvPr>
            <p:ph type="body" idx="1"/>
          </p:nvPr>
        </p:nvSpPr>
        <p:spPr>
          <a:xfrm>
            <a:off x="457200" y="1531937"/>
            <a:ext cx="8229600" cy="4411663"/>
          </a:xfrm>
        </p:spPr>
        <p:txBody>
          <a:bodyPr/>
          <a:lstStyle/>
          <a:p>
            <a:r>
              <a:rPr lang="en-US" b="1" dirty="0"/>
              <a:t>Testing &amp; Quality Assurance</a:t>
            </a:r>
          </a:p>
          <a:p>
            <a:pPr>
              <a:buFont typeface="Wingdings" panose="05000000000000000000" pitchFamily="2" charset="2"/>
              <a:buChar char="q"/>
            </a:pPr>
            <a:r>
              <a:rPr lang="en-US" sz="1800" b="1" dirty="0"/>
              <a:t>Unit testing</a:t>
            </a:r>
            <a:r>
              <a:rPr lang="en-US" sz="1800" dirty="0"/>
              <a:t> for individual modules.</a:t>
            </a:r>
          </a:p>
          <a:p>
            <a:pPr>
              <a:buFont typeface="Wingdings" panose="05000000000000000000" pitchFamily="2" charset="2"/>
              <a:buChar char="q"/>
            </a:pPr>
            <a:r>
              <a:rPr lang="en-US" sz="1800" b="1" dirty="0"/>
              <a:t>Integration testing</a:t>
            </a:r>
            <a:r>
              <a:rPr lang="en-US" sz="1800" dirty="0"/>
              <a:t> for contract and payment workflows.</a:t>
            </a:r>
          </a:p>
          <a:p>
            <a:pPr>
              <a:buFont typeface="Wingdings" panose="05000000000000000000" pitchFamily="2" charset="2"/>
              <a:buChar char="q"/>
            </a:pPr>
            <a:r>
              <a:rPr lang="en-US" sz="1800" b="1" dirty="0"/>
              <a:t>System testing</a:t>
            </a:r>
            <a:r>
              <a:rPr lang="en-US" sz="1800" dirty="0"/>
              <a:t> to ensure complete functionality.</a:t>
            </a:r>
          </a:p>
          <a:p>
            <a:pPr>
              <a:buFont typeface="Wingdings" panose="05000000000000000000" pitchFamily="2" charset="2"/>
              <a:buChar char="q"/>
            </a:pPr>
            <a:r>
              <a:rPr lang="en-US" sz="1800" dirty="0"/>
              <a:t>Bugs tracked and managed using </a:t>
            </a:r>
            <a:r>
              <a:rPr lang="en-US" sz="1800" b="1" dirty="0"/>
              <a:t>Jira</a:t>
            </a:r>
            <a:r>
              <a:rPr lang="en-US" sz="1800" dirty="0"/>
              <a:t>.</a:t>
            </a:r>
          </a:p>
          <a:p>
            <a:r>
              <a:rPr lang="en-US" b="1" dirty="0"/>
              <a:t>Deployment Plan</a:t>
            </a:r>
            <a:endParaRPr lang="en-US" sz="1800" dirty="0"/>
          </a:p>
          <a:p>
            <a:r>
              <a:rPr lang="en-US" sz="1800" dirty="0"/>
              <a:t>The </a:t>
            </a:r>
            <a:r>
              <a:rPr lang="en-US" sz="1800" b="1" dirty="0"/>
              <a:t>client and admin React applications</a:t>
            </a:r>
            <a:r>
              <a:rPr lang="en-US" sz="1800" dirty="0"/>
              <a:t> will be hosted on </a:t>
            </a:r>
            <a:r>
              <a:rPr lang="en-US" sz="1800" b="1" dirty="0" err="1"/>
              <a:t>Vercel</a:t>
            </a:r>
            <a:r>
              <a:rPr lang="en-US" sz="1800" b="1" dirty="0"/>
              <a:t> or Netlify (free tier)</a:t>
            </a:r>
            <a:r>
              <a:rPr lang="en-US" sz="1800" dirty="0"/>
              <a:t>.</a:t>
            </a:r>
          </a:p>
          <a:p>
            <a:r>
              <a:rPr lang="en-US" sz="1800" dirty="0"/>
              <a:t>The </a:t>
            </a:r>
            <a:r>
              <a:rPr lang="en-US" sz="1800" b="1" dirty="0"/>
              <a:t>backend server (Node.js + Express)</a:t>
            </a:r>
            <a:r>
              <a:rPr lang="en-US" sz="1800" dirty="0"/>
              <a:t> will be deployed on </a:t>
            </a:r>
            <a:r>
              <a:rPr lang="en-US" sz="1800" b="1" dirty="0"/>
              <a:t>Render or Railway (free tier)</a:t>
            </a:r>
            <a:r>
              <a:rPr lang="en-US" sz="1800" dirty="0"/>
              <a:t>.</a:t>
            </a:r>
          </a:p>
          <a:p>
            <a:r>
              <a:rPr lang="en-US" sz="1800" dirty="0"/>
              <a:t>The </a:t>
            </a:r>
            <a:r>
              <a:rPr lang="en-US" sz="1800" b="1" dirty="0"/>
              <a:t>database</a:t>
            </a:r>
            <a:r>
              <a:rPr lang="en-US" sz="1800" dirty="0"/>
              <a:t> will be hosted using </a:t>
            </a:r>
            <a:r>
              <a:rPr lang="en-US" sz="1800" b="1" dirty="0"/>
              <a:t>MongoDB Atlas free tier</a:t>
            </a:r>
            <a:r>
              <a:rPr lang="en-US" sz="1800" dirty="0"/>
              <a:t> </a:t>
            </a:r>
          </a:p>
          <a:p>
            <a:r>
              <a:rPr lang="en-US" sz="1800" dirty="0"/>
              <a:t>For demonstration purposes, </a:t>
            </a:r>
            <a:r>
              <a:rPr lang="en-US" sz="1800" b="1" dirty="0"/>
              <a:t>sandbox or mock payment gateways</a:t>
            </a:r>
            <a:r>
              <a:rPr lang="en-US" sz="1800" dirty="0"/>
              <a:t> will be used instead of live financial transactions.</a:t>
            </a:r>
          </a:p>
          <a:p>
            <a:pPr>
              <a:buFont typeface="Wingdings" panose="05000000000000000000" pitchFamily="2" charset="2"/>
              <a:buChar char="q"/>
            </a:pPr>
            <a:endParaRPr lang="en-US" sz="1800" dirty="0"/>
          </a:p>
          <a:p>
            <a:pPr marL="0" indent="0">
              <a:buNone/>
            </a:pPr>
            <a:endParaRPr lang="en-US" sz="1800" dirty="0"/>
          </a:p>
        </p:txBody>
      </p:sp>
      <p:sp>
        <p:nvSpPr>
          <p:cNvPr id="7" name="Footer Placeholder 4">
            <a:extLst>
              <a:ext uri="{FF2B5EF4-FFF2-40B4-BE49-F238E27FC236}">
                <a16:creationId xmlns:a16="http://schemas.microsoft.com/office/drawing/2014/main" id="{D2F08E00-27A2-4B30-68BC-C20B3E61547C}"/>
              </a:ext>
            </a:extLst>
          </p:cNvPr>
          <p:cNvSpPr>
            <a:spLocks noGrp="1"/>
          </p:cNvSpPr>
          <p:nvPr>
            <p:ph type="ftr" sz="quarter" idx="11"/>
          </p:nvPr>
        </p:nvSpPr>
        <p:spPr>
          <a:xfrm>
            <a:off x="2895600" y="6400800"/>
            <a:ext cx="3352800" cy="304800"/>
          </a:xfrm>
          <a:noFill/>
          <a:ln>
            <a:miter lim="800000"/>
            <a:headEnd/>
            <a:tailEnd/>
          </a:ln>
        </p:spPr>
        <p:txBody>
          <a:bodyPr/>
          <a:lstStyle/>
          <a:p>
            <a:r>
              <a:rPr lang="en-US" altLang="en-US" dirty="0"/>
              <a:t>ContracthubPk</a:t>
            </a:r>
          </a:p>
        </p:txBody>
      </p:sp>
    </p:spTree>
    <p:extLst>
      <p:ext uri="{BB962C8B-B14F-4D97-AF65-F5344CB8AC3E}">
        <p14:creationId xmlns:p14="http://schemas.microsoft.com/office/powerpoint/2010/main" val="24238038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DEE860-3BA3-D835-CE9F-2D70887B8D1C}"/>
            </a:ext>
          </a:extLst>
        </p:cNvPr>
        <p:cNvGrpSpPr/>
        <p:nvPr/>
      </p:nvGrpSpPr>
      <p:grpSpPr>
        <a:xfrm>
          <a:off x="0" y="0"/>
          <a:ext cx="0" cy="0"/>
          <a:chOff x="0" y="0"/>
          <a:chExt cx="0" cy="0"/>
        </a:xfrm>
      </p:grpSpPr>
      <p:sp>
        <p:nvSpPr>
          <p:cNvPr id="10242" name="Date Placeholder 3">
            <a:extLst>
              <a:ext uri="{FF2B5EF4-FFF2-40B4-BE49-F238E27FC236}">
                <a16:creationId xmlns:a16="http://schemas.microsoft.com/office/drawing/2014/main" id="{BC58EE2E-6D91-D933-85D7-009EC8B5DC64}"/>
              </a:ext>
            </a:extLst>
          </p:cNvPr>
          <p:cNvSpPr>
            <a:spLocks noGrp="1"/>
          </p:cNvSpPr>
          <p:nvPr>
            <p:ph type="dt" sz="quarter" idx="10"/>
          </p:nvPr>
        </p:nvSpPr>
        <p:spPr>
          <a:noFill/>
          <a:ln>
            <a:miter lim="800000"/>
            <a:headEnd/>
            <a:tailEnd/>
          </a:ln>
        </p:spPr>
        <p:txBody>
          <a:bodyPr/>
          <a:lstStyle/>
          <a:p>
            <a:fld id="{3CFAEDAC-8F83-4A0E-9275-3AC03E30CD5E}" type="datetime1">
              <a:rPr lang="en-US" altLang="en-US"/>
              <a:pPr/>
              <a:t>1/10/2026</a:t>
            </a:fld>
            <a:endParaRPr lang="en-US" altLang="en-US"/>
          </a:p>
        </p:txBody>
      </p:sp>
      <p:sp>
        <p:nvSpPr>
          <p:cNvPr id="10244" name="Slide Number Placeholder 5">
            <a:extLst>
              <a:ext uri="{FF2B5EF4-FFF2-40B4-BE49-F238E27FC236}">
                <a16:creationId xmlns:a16="http://schemas.microsoft.com/office/drawing/2014/main" id="{2E30F0D9-8748-3DB5-980F-C476B39F25D6}"/>
              </a:ext>
            </a:extLst>
          </p:cNvPr>
          <p:cNvSpPr>
            <a:spLocks noGrp="1"/>
          </p:cNvSpPr>
          <p:nvPr>
            <p:ph type="sldNum" sz="quarter" idx="12"/>
          </p:nvPr>
        </p:nvSpPr>
        <p:spPr>
          <a:noFill/>
          <a:ln>
            <a:miter lim="800000"/>
            <a:headEnd/>
            <a:tailEnd/>
          </a:ln>
        </p:spPr>
        <p:txBody>
          <a:bodyPr/>
          <a:lstStyle/>
          <a:p>
            <a:fld id="{FAADCC3E-0528-421C-95D1-EAA6FAB6CDD5}" type="slidenum">
              <a:rPr lang="en-US" altLang="en-US"/>
              <a:pPr/>
              <a:t>10</a:t>
            </a:fld>
            <a:endParaRPr lang="en-US" altLang="en-US"/>
          </a:p>
        </p:txBody>
      </p:sp>
      <p:sp>
        <p:nvSpPr>
          <p:cNvPr id="10245" name="Rectangle 2">
            <a:extLst>
              <a:ext uri="{FF2B5EF4-FFF2-40B4-BE49-F238E27FC236}">
                <a16:creationId xmlns:a16="http://schemas.microsoft.com/office/drawing/2014/main" id="{D9700577-CE88-2896-2F65-B651E7E6BEF3}"/>
              </a:ext>
            </a:extLst>
          </p:cNvPr>
          <p:cNvSpPr>
            <a:spLocks noGrp="1" noChangeArrowheads="1"/>
          </p:cNvSpPr>
          <p:nvPr>
            <p:ph type="title"/>
          </p:nvPr>
        </p:nvSpPr>
        <p:spPr/>
        <p:txBody>
          <a:bodyPr/>
          <a:lstStyle/>
          <a:p>
            <a:pPr marL="742950" indent="-742950" eaLnBrk="1" hangingPunct="1"/>
            <a:r>
              <a:rPr lang="en-US" altLang="en-US" dirty="0"/>
              <a:t>Results and Discussion</a:t>
            </a:r>
          </a:p>
        </p:txBody>
      </p:sp>
      <p:sp>
        <p:nvSpPr>
          <p:cNvPr id="10246" name="Rectangle 3">
            <a:extLst>
              <a:ext uri="{FF2B5EF4-FFF2-40B4-BE49-F238E27FC236}">
                <a16:creationId xmlns:a16="http://schemas.microsoft.com/office/drawing/2014/main" id="{514E92E4-9D57-B787-7549-2CE65B225F7A}"/>
              </a:ext>
            </a:extLst>
          </p:cNvPr>
          <p:cNvSpPr>
            <a:spLocks noGrp="1" noChangeArrowheads="1"/>
          </p:cNvSpPr>
          <p:nvPr>
            <p:ph type="body" idx="1"/>
          </p:nvPr>
        </p:nvSpPr>
        <p:spPr>
          <a:xfrm>
            <a:off x="457200" y="1447800"/>
            <a:ext cx="8229600" cy="4411663"/>
          </a:xfrm>
        </p:spPr>
        <p:txBody>
          <a:bodyPr/>
          <a:lstStyle/>
          <a:p>
            <a:r>
              <a:rPr lang="en-US" b="1" dirty="0"/>
              <a:t>Results</a:t>
            </a:r>
          </a:p>
          <a:p>
            <a:pPr>
              <a:buFont typeface="Wingdings" panose="05000000000000000000" pitchFamily="2" charset="2"/>
              <a:buChar char="q"/>
            </a:pPr>
            <a:r>
              <a:rPr lang="en-US" sz="1800" dirty="0"/>
              <a:t>A functional </a:t>
            </a:r>
            <a:r>
              <a:rPr lang="en-US" sz="1800" b="1" dirty="0"/>
              <a:t>web based platform (ContracthubPk)</a:t>
            </a:r>
            <a:r>
              <a:rPr lang="en-US" sz="1800" dirty="0"/>
              <a:t> is designed to securely manage freelance contracts and payments.</a:t>
            </a:r>
          </a:p>
          <a:p>
            <a:pPr>
              <a:buFont typeface="Wingdings" panose="05000000000000000000" pitchFamily="2" charset="2"/>
              <a:buChar char="q"/>
            </a:pPr>
            <a:r>
              <a:rPr lang="en-US" sz="1800" dirty="0"/>
              <a:t>The system successfully demonstrates </a:t>
            </a:r>
            <a:r>
              <a:rPr lang="en-US" sz="1800" b="1" dirty="0"/>
              <a:t>automated escrow logic</a:t>
            </a:r>
            <a:r>
              <a:rPr lang="en-US" sz="1800" dirty="0"/>
              <a:t>, where payments remain locked until contractual conditions are met.</a:t>
            </a:r>
          </a:p>
          <a:p>
            <a:pPr>
              <a:buFont typeface="Wingdings" panose="05000000000000000000" pitchFamily="2" charset="2"/>
              <a:buChar char="q"/>
            </a:pPr>
            <a:r>
              <a:rPr lang="en-US" sz="1800" dirty="0"/>
              <a:t>Integration of </a:t>
            </a:r>
            <a:r>
              <a:rPr lang="en-US" sz="1800" b="1" dirty="0"/>
              <a:t>local payment gateways (Easypaisa, JazzCash, sandbox/mocked)</a:t>
            </a:r>
            <a:r>
              <a:rPr lang="en-US" sz="1800" dirty="0"/>
              <a:t> enables localized transaction workflows.</a:t>
            </a:r>
          </a:p>
          <a:p>
            <a:r>
              <a:rPr lang="en-US" b="1" dirty="0"/>
              <a:t>Discussion</a:t>
            </a:r>
          </a:p>
          <a:p>
            <a:pPr>
              <a:buFont typeface="Wingdings" panose="05000000000000000000" pitchFamily="2" charset="2"/>
              <a:buChar char="q"/>
            </a:pPr>
            <a:r>
              <a:rPr lang="en-US" sz="1800" dirty="0"/>
              <a:t>The results indicate that </a:t>
            </a:r>
            <a:r>
              <a:rPr lang="en-US" sz="1800" b="1" dirty="0"/>
              <a:t>application level escrow</a:t>
            </a:r>
            <a:r>
              <a:rPr lang="en-US" sz="1800" dirty="0"/>
              <a:t> effectively addresses trust and payment issues in Pakistan’s freelance market.</a:t>
            </a:r>
          </a:p>
          <a:p>
            <a:pPr>
              <a:buFont typeface="Wingdings" panose="05000000000000000000" pitchFamily="2" charset="2"/>
              <a:buChar char="q"/>
            </a:pPr>
            <a:r>
              <a:rPr lang="en-US" sz="1800" dirty="0"/>
              <a:t>Compared to international platforms, the system reduces dependency on </a:t>
            </a:r>
            <a:r>
              <a:rPr lang="en-US" sz="1800" b="1" dirty="0"/>
              <a:t>high commission based services</a:t>
            </a:r>
            <a:r>
              <a:rPr lang="en-US" sz="1800" dirty="0"/>
              <a:t>.</a:t>
            </a:r>
          </a:p>
          <a:p>
            <a:pPr>
              <a:buFont typeface="Wingdings" panose="05000000000000000000" pitchFamily="2" charset="2"/>
              <a:buChar char="q"/>
            </a:pPr>
            <a:r>
              <a:rPr lang="en-US" sz="1800" dirty="0"/>
              <a:t>Use of modular architecture enhances </a:t>
            </a:r>
            <a:r>
              <a:rPr lang="en-US" sz="1800" b="1" dirty="0"/>
              <a:t>scalability, maintainability, and security</a:t>
            </a:r>
            <a:r>
              <a:rPr lang="en-US" sz="1800" dirty="0"/>
              <a:t>.</a:t>
            </a:r>
          </a:p>
          <a:p>
            <a:pPr>
              <a:buFont typeface="Wingdings" panose="05000000000000000000" pitchFamily="2" charset="2"/>
              <a:buChar char="q"/>
            </a:pPr>
            <a:endParaRPr lang="en-US" sz="1800" dirty="0"/>
          </a:p>
        </p:txBody>
      </p:sp>
      <p:sp>
        <p:nvSpPr>
          <p:cNvPr id="7" name="Footer Placeholder 4">
            <a:extLst>
              <a:ext uri="{FF2B5EF4-FFF2-40B4-BE49-F238E27FC236}">
                <a16:creationId xmlns:a16="http://schemas.microsoft.com/office/drawing/2014/main" id="{3FB6DC7F-704B-4155-C8F7-088F4405456F}"/>
              </a:ext>
            </a:extLst>
          </p:cNvPr>
          <p:cNvSpPr>
            <a:spLocks noGrp="1"/>
          </p:cNvSpPr>
          <p:nvPr>
            <p:ph type="ftr" sz="quarter" idx="11"/>
          </p:nvPr>
        </p:nvSpPr>
        <p:spPr>
          <a:xfrm>
            <a:off x="2895600" y="6400800"/>
            <a:ext cx="3352800" cy="304800"/>
          </a:xfrm>
          <a:noFill/>
          <a:ln>
            <a:miter lim="800000"/>
            <a:headEnd/>
            <a:tailEnd/>
          </a:ln>
        </p:spPr>
        <p:txBody>
          <a:bodyPr/>
          <a:lstStyle/>
          <a:p>
            <a:r>
              <a:rPr lang="en-US" altLang="en-US" dirty="0"/>
              <a:t>ContracthubPk</a:t>
            </a:r>
          </a:p>
        </p:txBody>
      </p:sp>
    </p:spTree>
    <p:extLst>
      <p:ext uri="{BB962C8B-B14F-4D97-AF65-F5344CB8AC3E}">
        <p14:creationId xmlns:p14="http://schemas.microsoft.com/office/powerpoint/2010/main" val="13641545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Date Placeholder 3"/>
          <p:cNvSpPr>
            <a:spLocks noGrp="1"/>
          </p:cNvSpPr>
          <p:nvPr>
            <p:ph type="dt" sz="quarter" idx="10"/>
          </p:nvPr>
        </p:nvSpPr>
        <p:spPr>
          <a:noFill/>
          <a:ln>
            <a:miter lim="800000"/>
            <a:headEnd/>
            <a:tailEnd/>
          </a:ln>
        </p:spPr>
        <p:txBody>
          <a:bodyPr/>
          <a:lstStyle/>
          <a:p>
            <a:fld id="{616B4EEC-7D92-43E3-9DF5-5E76824E7D85}" type="datetime1">
              <a:rPr lang="en-US" altLang="en-US"/>
              <a:pPr/>
              <a:t>1/10/2026</a:t>
            </a:fld>
            <a:endParaRPr lang="en-US" altLang="en-US"/>
          </a:p>
        </p:txBody>
      </p:sp>
      <p:sp>
        <p:nvSpPr>
          <p:cNvPr id="11268" name="Slide Number Placeholder 5"/>
          <p:cNvSpPr>
            <a:spLocks noGrp="1"/>
          </p:cNvSpPr>
          <p:nvPr>
            <p:ph type="sldNum" sz="quarter" idx="12"/>
          </p:nvPr>
        </p:nvSpPr>
        <p:spPr>
          <a:noFill/>
          <a:ln>
            <a:miter lim="800000"/>
            <a:headEnd/>
            <a:tailEnd/>
          </a:ln>
        </p:spPr>
        <p:txBody>
          <a:bodyPr/>
          <a:lstStyle/>
          <a:p>
            <a:fld id="{240C14AA-8547-4F0A-90A7-45760F8F5935}" type="slidenum">
              <a:rPr lang="en-US" altLang="en-US"/>
              <a:pPr/>
              <a:t>11</a:t>
            </a:fld>
            <a:endParaRPr lang="en-US" altLang="en-US"/>
          </a:p>
        </p:txBody>
      </p:sp>
      <p:sp>
        <p:nvSpPr>
          <p:cNvPr id="11269" name="Rectangle 2"/>
          <p:cNvSpPr>
            <a:spLocks noGrp="1" noChangeArrowheads="1"/>
          </p:cNvSpPr>
          <p:nvPr>
            <p:ph type="title"/>
          </p:nvPr>
        </p:nvSpPr>
        <p:spPr/>
        <p:txBody>
          <a:bodyPr/>
          <a:lstStyle/>
          <a:p>
            <a:pPr marL="742950" indent="-742950" eaLnBrk="1" hangingPunct="1"/>
            <a:r>
              <a:rPr lang="en-US" altLang="en-US"/>
              <a:t>Conclusion and Future Studies</a:t>
            </a:r>
          </a:p>
        </p:txBody>
      </p:sp>
      <p:sp>
        <p:nvSpPr>
          <p:cNvPr id="11270" name="Rectangle 3"/>
          <p:cNvSpPr>
            <a:spLocks noGrp="1" noChangeArrowheads="1"/>
          </p:cNvSpPr>
          <p:nvPr>
            <p:ph type="body" idx="1"/>
          </p:nvPr>
        </p:nvSpPr>
        <p:spPr/>
        <p:txBody>
          <a:bodyPr/>
          <a:lstStyle/>
          <a:p>
            <a:r>
              <a:rPr lang="en-US" b="1" dirty="0"/>
              <a:t>Conclusion</a:t>
            </a:r>
          </a:p>
          <a:p>
            <a:r>
              <a:rPr lang="en-US" sz="1800" dirty="0"/>
              <a:t>ContracthubPk successfully addresses </a:t>
            </a:r>
            <a:r>
              <a:rPr lang="en-US" sz="1800" b="1" dirty="0"/>
              <a:t>trust, payment security, and contract management issues</a:t>
            </a:r>
            <a:r>
              <a:rPr lang="en-US" sz="1800" dirty="0"/>
              <a:t> in Pakistan’s freelance market.</a:t>
            </a:r>
          </a:p>
          <a:p>
            <a:r>
              <a:rPr lang="en-US" b="1" dirty="0"/>
              <a:t>Future Studies</a:t>
            </a:r>
          </a:p>
          <a:p>
            <a:r>
              <a:rPr lang="en-US" sz="1800" dirty="0"/>
              <a:t>Integration of </a:t>
            </a:r>
            <a:r>
              <a:rPr lang="en-US" sz="1800" b="1" dirty="0"/>
              <a:t>live Easypaisa, JazzCash, and Visa payment APIs</a:t>
            </a:r>
            <a:r>
              <a:rPr lang="en-US" sz="1800" dirty="0"/>
              <a:t> for real world deployment.</a:t>
            </a:r>
          </a:p>
          <a:p>
            <a:r>
              <a:rPr lang="en-US" sz="1800" dirty="0"/>
              <a:t>Implementation of </a:t>
            </a:r>
            <a:r>
              <a:rPr lang="en-US" sz="1800" b="1" dirty="0"/>
              <a:t>AI based fraud detection and risk scoring</a:t>
            </a:r>
            <a:r>
              <a:rPr lang="en-US" sz="1800" dirty="0"/>
              <a:t> for contracts and users.</a:t>
            </a:r>
          </a:p>
          <a:p>
            <a:r>
              <a:rPr lang="en-US" sz="1800" dirty="0"/>
              <a:t>Support for </a:t>
            </a:r>
            <a:r>
              <a:rPr lang="en-US" sz="1800" b="1" dirty="0"/>
              <a:t>multi milestone and partial escrow release mechanisms</a:t>
            </a:r>
            <a:r>
              <a:rPr lang="en-US" sz="1800" dirty="0"/>
              <a:t>.</a:t>
            </a:r>
          </a:p>
          <a:p>
            <a:r>
              <a:rPr lang="en-US" sz="1800" dirty="0"/>
              <a:t>Development of </a:t>
            </a:r>
            <a:r>
              <a:rPr lang="en-US" sz="1800" b="1" dirty="0"/>
              <a:t>mobile applications (Android/iOS)</a:t>
            </a:r>
            <a:r>
              <a:rPr lang="en-US" sz="1800" dirty="0"/>
              <a:t> for wider accessibility.</a:t>
            </a:r>
          </a:p>
          <a:p>
            <a:endParaRPr lang="en-US" sz="1800" dirty="0"/>
          </a:p>
        </p:txBody>
      </p:sp>
      <p:sp>
        <p:nvSpPr>
          <p:cNvPr id="7" name="Footer Placeholder 4"/>
          <p:cNvSpPr>
            <a:spLocks noGrp="1"/>
          </p:cNvSpPr>
          <p:nvPr>
            <p:ph type="ftr" sz="quarter" idx="11"/>
          </p:nvPr>
        </p:nvSpPr>
        <p:spPr>
          <a:xfrm>
            <a:off x="2895600" y="6400800"/>
            <a:ext cx="3352800" cy="304800"/>
          </a:xfrm>
          <a:noFill/>
          <a:ln>
            <a:miter lim="800000"/>
            <a:headEnd/>
            <a:tailEnd/>
          </a:ln>
        </p:spPr>
        <p:txBody>
          <a:bodyPr/>
          <a:lstStyle/>
          <a:p>
            <a:r>
              <a:rPr lang="en-US" altLang="en-US" dirty="0"/>
              <a:t>ContracthubPk</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8FEFF4-95DC-2D95-0577-7FB8FF52ACCA}"/>
            </a:ext>
          </a:extLst>
        </p:cNvPr>
        <p:cNvGrpSpPr/>
        <p:nvPr/>
      </p:nvGrpSpPr>
      <p:grpSpPr>
        <a:xfrm>
          <a:off x="0" y="0"/>
          <a:ext cx="0" cy="0"/>
          <a:chOff x="0" y="0"/>
          <a:chExt cx="0" cy="0"/>
        </a:xfrm>
      </p:grpSpPr>
      <p:sp>
        <p:nvSpPr>
          <p:cNvPr id="11266" name="Date Placeholder 3">
            <a:extLst>
              <a:ext uri="{FF2B5EF4-FFF2-40B4-BE49-F238E27FC236}">
                <a16:creationId xmlns:a16="http://schemas.microsoft.com/office/drawing/2014/main" id="{E800CC48-ACDC-D83F-FD5A-2684BE36463E}"/>
              </a:ext>
            </a:extLst>
          </p:cNvPr>
          <p:cNvSpPr>
            <a:spLocks noGrp="1"/>
          </p:cNvSpPr>
          <p:nvPr>
            <p:ph type="dt" sz="quarter" idx="10"/>
          </p:nvPr>
        </p:nvSpPr>
        <p:spPr>
          <a:noFill/>
          <a:ln>
            <a:miter lim="800000"/>
            <a:headEnd/>
            <a:tailEnd/>
          </a:ln>
        </p:spPr>
        <p:txBody>
          <a:bodyPr/>
          <a:lstStyle/>
          <a:p>
            <a:fld id="{616B4EEC-7D92-43E3-9DF5-5E76824E7D85}" type="datetime1">
              <a:rPr lang="en-US" altLang="en-US"/>
              <a:pPr/>
              <a:t>1/10/2026</a:t>
            </a:fld>
            <a:endParaRPr lang="en-US" altLang="en-US"/>
          </a:p>
        </p:txBody>
      </p:sp>
      <p:sp>
        <p:nvSpPr>
          <p:cNvPr id="11268" name="Slide Number Placeholder 5">
            <a:extLst>
              <a:ext uri="{FF2B5EF4-FFF2-40B4-BE49-F238E27FC236}">
                <a16:creationId xmlns:a16="http://schemas.microsoft.com/office/drawing/2014/main" id="{0DA67853-83A0-8565-FFE2-090A9843128E}"/>
              </a:ext>
            </a:extLst>
          </p:cNvPr>
          <p:cNvSpPr>
            <a:spLocks noGrp="1"/>
          </p:cNvSpPr>
          <p:nvPr>
            <p:ph type="sldNum" sz="quarter" idx="12"/>
          </p:nvPr>
        </p:nvSpPr>
        <p:spPr>
          <a:noFill/>
          <a:ln>
            <a:miter lim="800000"/>
            <a:headEnd/>
            <a:tailEnd/>
          </a:ln>
        </p:spPr>
        <p:txBody>
          <a:bodyPr/>
          <a:lstStyle/>
          <a:p>
            <a:fld id="{240C14AA-8547-4F0A-90A7-45760F8F5935}" type="slidenum">
              <a:rPr lang="en-US" altLang="en-US"/>
              <a:pPr/>
              <a:t>12</a:t>
            </a:fld>
            <a:endParaRPr lang="en-US" altLang="en-US"/>
          </a:p>
        </p:txBody>
      </p:sp>
      <p:sp>
        <p:nvSpPr>
          <p:cNvPr id="11269" name="Rectangle 2">
            <a:extLst>
              <a:ext uri="{FF2B5EF4-FFF2-40B4-BE49-F238E27FC236}">
                <a16:creationId xmlns:a16="http://schemas.microsoft.com/office/drawing/2014/main" id="{4FCEE827-4954-6AE1-B8FF-C7BFD132EC0C}"/>
              </a:ext>
            </a:extLst>
          </p:cNvPr>
          <p:cNvSpPr>
            <a:spLocks noGrp="1" noChangeArrowheads="1"/>
          </p:cNvSpPr>
          <p:nvPr>
            <p:ph type="title"/>
          </p:nvPr>
        </p:nvSpPr>
        <p:spPr/>
        <p:txBody>
          <a:bodyPr/>
          <a:lstStyle/>
          <a:p>
            <a:pPr marL="742950" indent="-742950" eaLnBrk="1" hangingPunct="1"/>
            <a:r>
              <a:rPr lang="en-US" altLang="en-US" dirty="0"/>
              <a:t>References</a:t>
            </a:r>
          </a:p>
        </p:txBody>
      </p:sp>
      <p:sp>
        <p:nvSpPr>
          <p:cNvPr id="11270" name="Rectangle 3">
            <a:extLst>
              <a:ext uri="{FF2B5EF4-FFF2-40B4-BE49-F238E27FC236}">
                <a16:creationId xmlns:a16="http://schemas.microsoft.com/office/drawing/2014/main" id="{40E55841-A879-2D18-3540-199560B03EA4}"/>
              </a:ext>
            </a:extLst>
          </p:cNvPr>
          <p:cNvSpPr>
            <a:spLocks noGrp="1" noChangeArrowheads="1"/>
          </p:cNvSpPr>
          <p:nvPr>
            <p:ph type="body" idx="1"/>
          </p:nvPr>
        </p:nvSpPr>
        <p:spPr/>
        <p:txBody>
          <a:bodyPr/>
          <a:lstStyle/>
          <a:p>
            <a:pPr lvl="0"/>
            <a:r>
              <a:rPr lang="en-US" sz="1800" u="sng" dirty="0">
                <a:hlinkClick r:id="rId2"/>
              </a:rPr>
              <a:t>https://www.sharetribe.com/how-to-build/freelance-marketplace/                               </a:t>
            </a:r>
            <a:r>
              <a:rPr lang="en-US" sz="1800" dirty="0"/>
              <a:t> </a:t>
            </a:r>
            <a:endParaRPr lang="en-PK" sz="1800" b="1" dirty="0"/>
          </a:p>
          <a:p>
            <a:pPr lvl="0"/>
            <a:r>
              <a:rPr lang="en-US" sz="1800" u="sng" dirty="0">
                <a:hlinkClick r:id="rId3"/>
              </a:rPr>
              <a:t>https://www.quora.com/What-are-the-main-problems-with-freelancing-sites-like-Fiverr-People-Per-Hour-etc-What-can-be-done-to-improve-them-from-your-point-of-view-as-a-user-seller-buyer-from-those-sites</a:t>
            </a:r>
            <a:endParaRPr lang="en-PK" sz="1800" b="1" dirty="0"/>
          </a:p>
          <a:p>
            <a:pPr lvl="0"/>
            <a:r>
              <a:rPr lang="en-US" sz="1800" u="sng" dirty="0">
                <a:hlinkClick r:id="rId4"/>
              </a:rPr>
              <a:t>https://stripe.com/resources/more/how-to-accept-payments-as-a-freelancer-and-how-to-choose-the-right-payment-methods                                        </a:t>
            </a:r>
            <a:endParaRPr lang="en-PK" sz="1800" b="1" dirty="0"/>
          </a:p>
          <a:p>
            <a:pPr lvl="0"/>
            <a:r>
              <a:rPr lang="en-US" sz="1800" u="sng" dirty="0">
                <a:hlinkClick r:id="rId5"/>
              </a:rPr>
              <a:t>https://emind.pk/online-earning-apps-in-pakistan/</a:t>
            </a:r>
            <a:r>
              <a:rPr lang="en-US" sz="1800" dirty="0"/>
              <a:t> </a:t>
            </a:r>
            <a:endParaRPr lang="en-PK" sz="1800" b="1" dirty="0"/>
          </a:p>
        </p:txBody>
      </p:sp>
      <p:sp>
        <p:nvSpPr>
          <p:cNvPr id="7" name="Footer Placeholder 4">
            <a:extLst>
              <a:ext uri="{FF2B5EF4-FFF2-40B4-BE49-F238E27FC236}">
                <a16:creationId xmlns:a16="http://schemas.microsoft.com/office/drawing/2014/main" id="{06B8DB75-7533-C369-45D5-5197C1B67062}"/>
              </a:ext>
            </a:extLst>
          </p:cNvPr>
          <p:cNvSpPr>
            <a:spLocks noGrp="1"/>
          </p:cNvSpPr>
          <p:nvPr>
            <p:ph type="ftr" sz="quarter" idx="11"/>
          </p:nvPr>
        </p:nvSpPr>
        <p:spPr>
          <a:xfrm>
            <a:off x="2895600" y="6400800"/>
            <a:ext cx="3352800" cy="304800"/>
          </a:xfrm>
          <a:noFill/>
          <a:ln>
            <a:miter lim="800000"/>
            <a:headEnd/>
            <a:tailEnd/>
          </a:ln>
        </p:spPr>
        <p:txBody>
          <a:bodyPr/>
          <a:lstStyle/>
          <a:p>
            <a:r>
              <a:rPr lang="en-US" altLang="en-US" dirty="0"/>
              <a:t>ContracthubPk</a:t>
            </a:r>
          </a:p>
        </p:txBody>
      </p:sp>
    </p:spTree>
    <p:extLst>
      <p:ext uri="{BB962C8B-B14F-4D97-AF65-F5344CB8AC3E}">
        <p14:creationId xmlns:p14="http://schemas.microsoft.com/office/powerpoint/2010/main" val="1617623056"/>
      </p:ext>
    </p:extLst>
  </p:cSld>
  <p:clrMapOvr>
    <a:masterClrMapping/>
  </p:clrMapOvr>
</p:sld>
</file>

<file path=ppt/theme/theme1.xml><?xml version="1.0" encoding="utf-8"?>
<a:theme xmlns:a="http://schemas.openxmlformats.org/drawingml/2006/main" name="Network">
  <a:themeElements>
    <a:clrScheme name="Network 10">
      <a:dk1>
        <a:srgbClr val="000000"/>
      </a:dk1>
      <a:lt1>
        <a:srgbClr val="FFFFFF"/>
      </a:lt1>
      <a:dk2>
        <a:srgbClr val="330066"/>
      </a:dk2>
      <a:lt2>
        <a:srgbClr val="808080"/>
      </a:lt2>
      <a:accent1>
        <a:srgbClr val="CCCC00"/>
      </a:accent1>
      <a:accent2>
        <a:srgbClr val="669999"/>
      </a:accent2>
      <a:accent3>
        <a:srgbClr val="FFFFFF"/>
      </a:accent3>
      <a:accent4>
        <a:srgbClr val="000000"/>
      </a:accent4>
      <a:accent5>
        <a:srgbClr val="E2E2AA"/>
      </a:accent5>
      <a:accent6>
        <a:srgbClr val="5C8A8A"/>
      </a:accent6>
      <a:hlink>
        <a:srgbClr val="7E9CE8"/>
      </a:hlink>
      <a:folHlink>
        <a:srgbClr val="D8D8EC"/>
      </a:folHlink>
    </a:clrScheme>
    <a:fontScheme name="Network">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Network 1">
        <a:dk1>
          <a:srgbClr val="4F747B"/>
        </a:dk1>
        <a:lt1>
          <a:srgbClr val="FFFFFF"/>
        </a:lt1>
        <a:dk2>
          <a:srgbClr val="000000"/>
        </a:dk2>
        <a:lt2>
          <a:srgbClr val="C0C0C0"/>
        </a:lt2>
        <a:accent1>
          <a:srgbClr val="859868"/>
        </a:accent1>
        <a:accent2>
          <a:srgbClr val="5F5F5F"/>
        </a:accent2>
        <a:accent3>
          <a:srgbClr val="AAAAAA"/>
        </a:accent3>
        <a:accent4>
          <a:srgbClr val="DADADA"/>
        </a:accent4>
        <a:accent5>
          <a:srgbClr val="C2CAB9"/>
        </a:accent5>
        <a:accent6>
          <a:srgbClr val="555555"/>
        </a:accent6>
        <a:hlink>
          <a:srgbClr val="5F5F5F"/>
        </a:hlink>
        <a:folHlink>
          <a:srgbClr val="BA1212"/>
        </a:folHlink>
      </a:clrScheme>
      <a:clrMap bg1="dk2" tx1="lt1" bg2="dk1" tx2="lt2" accent1="accent1" accent2="accent2" accent3="accent3" accent4="accent4" accent5="accent5" accent6="accent6" hlink="hlink" folHlink="folHlink"/>
    </a:extraClrScheme>
    <a:extraClrScheme>
      <a:clrScheme name="Network 2">
        <a:dk1>
          <a:srgbClr val="3C0000"/>
        </a:dk1>
        <a:lt1>
          <a:srgbClr val="FFFFFF"/>
        </a:lt1>
        <a:dk2>
          <a:srgbClr val="4D0B0B"/>
        </a:dk2>
        <a:lt2>
          <a:srgbClr val="FFFFFF"/>
        </a:lt2>
        <a:accent1>
          <a:srgbClr val="666633"/>
        </a:accent1>
        <a:accent2>
          <a:srgbClr val="CC3300"/>
        </a:accent2>
        <a:accent3>
          <a:srgbClr val="B2AAAA"/>
        </a:accent3>
        <a:accent4>
          <a:srgbClr val="DADADA"/>
        </a:accent4>
        <a:accent5>
          <a:srgbClr val="B8B8AD"/>
        </a:accent5>
        <a:accent6>
          <a:srgbClr val="B92D00"/>
        </a:accent6>
        <a:hlink>
          <a:srgbClr val="CC9900"/>
        </a:hlink>
        <a:folHlink>
          <a:srgbClr val="CCCC33"/>
        </a:folHlink>
      </a:clrScheme>
      <a:clrMap bg1="dk2" tx1="lt1" bg2="dk1" tx2="lt2" accent1="accent1" accent2="accent2" accent3="accent3" accent4="accent4" accent5="accent5" accent6="accent6" hlink="hlink" folHlink="folHlink"/>
    </a:extraClrScheme>
    <a:extraClrScheme>
      <a:clrScheme name="Network 3">
        <a:dk1>
          <a:srgbClr val="666699"/>
        </a:dk1>
        <a:lt1>
          <a:srgbClr val="FFFFFF"/>
        </a:lt1>
        <a:dk2>
          <a:srgbClr val="15192B"/>
        </a:dk2>
        <a:lt2>
          <a:srgbClr val="CCCCFF"/>
        </a:lt2>
        <a:accent1>
          <a:srgbClr val="4F893D"/>
        </a:accent1>
        <a:accent2>
          <a:srgbClr val="666699"/>
        </a:accent2>
        <a:accent3>
          <a:srgbClr val="AAABAC"/>
        </a:accent3>
        <a:accent4>
          <a:srgbClr val="DADADA"/>
        </a:accent4>
        <a:accent5>
          <a:srgbClr val="B2C4AF"/>
        </a:accent5>
        <a:accent6>
          <a:srgbClr val="5C5C8A"/>
        </a:accent6>
        <a:hlink>
          <a:srgbClr val="CC9900"/>
        </a:hlink>
        <a:folHlink>
          <a:srgbClr val="4837C7"/>
        </a:folHlink>
      </a:clrScheme>
      <a:clrMap bg1="dk2" tx1="lt1" bg2="dk1" tx2="lt2" accent1="accent1" accent2="accent2" accent3="accent3" accent4="accent4" accent5="accent5" accent6="accent6" hlink="hlink" folHlink="folHlink"/>
    </a:extraClrScheme>
    <a:extraClrScheme>
      <a:clrScheme name="Network 4">
        <a:dk1>
          <a:srgbClr val="666699"/>
        </a:dk1>
        <a:lt1>
          <a:srgbClr val="FFFFFF"/>
        </a:lt1>
        <a:dk2>
          <a:srgbClr val="86001A"/>
        </a:dk2>
        <a:lt2>
          <a:srgbClr val="CCCC66"/>
        </a:lt2>
        <a:accent1>
          <a:srgbClr val="FF3300"/>
        </a:accent1>
        <a:accent2>
          <a:srgbClr val="FF6600"/>
        </a:accent2>
        <a:accent3>
          <a:srgbClr val="C3AAAB"/>
        </a:accent3>
        <a:accent4>
          <a:srgbClr val="DADADA"/>
        </a:accent4>
        <a:accent5>
          <a:srgbClr val="FFADAA"/>
        </a:accent5>
        <a:accent6>
          <a:srgbClr val="E75C00"/>
        </a:accent6>
        <a:hlink>
          <a:srgbClr val="CC9900"/>
        </a:hlink>
        <a:folHlink>
          <a:srgbClr val="FF0000"/>
        </a:folHlink>
      </a:clrScheme>
      <a:clrMap bg1="dk2" tx1="lt1" bg2="dk1" tx2="lt2" accent1="accent1" accent2="accent2" accent3="accent3" accent4="accent4" accent5="accent5" accent6="accent6" hlink="hlink" folHlink="folHlink"/>
    </a:extraClrScheme>
    <a:extraClrScheme>
      <a:clrScheme name="Network 5">
        <a:dk1>
          <a:srgbClr val="666699"/>
        </a:dk1>
        <a:lt1>
          <a:srgbClr val="FFFFFF"/>
        </a:lt1>
        <a:dk2>
          <a:srgbClr val="000054"/>
        </a:dk2>
        <a:lt2>
          <a:srgbClr val="FFFFFF"/>
        </a:lt2>
        <a:accent1>
          <a:srgbClr val="3333FF"/>
        </a:accent1>
        <a:accent2>
          <a:srgbClr val="006699"/>
        </a:accent2>
        <a:accent3>
          <a:srgbClr val="AAAAB3"/>
        </a:accent3>
        <a:accent4>
          <a:srgbClr val="DADADA"/>
        </a:accent4>
        <a:accent5>
          <a:srgbClr val="ADADFF"/>
        </a:accent5>
        <a:accent6>
          <a:srgbClr val="005C8A"/>
        </a:accent6>
        <a:hlink>
          <a:srgbClr val="669900"/>
        </a:hlink>
        <a:folHlink>
          <a:srgbClr val="0000FF"/>
        </a:folHlink>
      </a:clrScheme>
      <a:clrMap bg1="dk2" tx1="lt1" bg2="dk1" tx2="lt2" accent1="accent1" accent2="accent2" accent3="accent3" accent4="accent4" accent5="accent5" accent6="accent6" hlink="hlink" folHlink="folHlink"/>
    </a:extraClrScheme>
    <a:extraClrScheme>
      <a:clrScheme name="Network 6">
        <a:dk1>
          <a:srgbClr val="808080"/>
        </a:dk1>
        <a:lt1>
          <a:srgbClr val="FFFFFF"/>
        </a:lt1>
        <a:dk2>
          <a:srgbClr val="30054B"/>
        </a:dk2>
        <a:lt2>
          <a:srgbClr val="FFFFFF"/>
        </a:lt2>
        <a:accent1>
          <a:srgbClr val="797B9B"/>
        </a:accent1>
        <a:accent2>
          <a:srgbClr val="6B4FB1"/>
        </a:accent2>
        <a:accent3>
          <a:srgbClr val="ADAAB1"/>
        </a:accent3>
        <a:accent4>
          <a:srgbClr val="DADADA"/>
        </a:accent4>
        <a:accent5>
          <a:srgbClr val="BEBFCB"/>
        </a:accent5>
        <a:accent6>
          <a:srgbClr val="6047A0"/>
        </a:accent6>
        <a:hlink>
          <a:srgbClr val="7AACCE"/>
        </a:hlink>
        <a:folHlink>
          <a:srgbClr val="D8D8EC"/>
        </a:folHlink>
      </a:clrScheme>
      <a:clrMap bg1="dk2" tx1="lt1" bg2="dk1" tx2="lt2" accent1="accent1" accent2="accent2" accent3="accent3" accent4="accent4" accent5="accent5" accent6="accent6" hlink="hlink" folHlink="folHlink"/>
    </a:extraClrScheme>
    <a:extraClrScheme>
      <a:clrScheme name="Network 7">
        <a:dk1>
          <a:srgbClr val="808080"/>
        </a:dk1>
        <a:lt1>
          <a:srgbClr val="FFFFCC"/>
        </a:lt1>
        <a:dk2>
          <a:srgbClr val="29527B"/>
        </a:dk2>
        <a:lt2>
          <a:srgbClr val="FFFFFF"/>
        </a:lt2>
        <a:accent1>
          <a:srgbClr val="CCCC00"/>
        </a:accent1>
        <a:accent2>
          <a:srgbClr val="669999"/>
        </a:accent2>
        <a:accent3>
          <a:srgbClr val="ACB3BF"/>
        </a:accent3>
        <a:accent4>
          <a:srgbClr val="DADAAE"/>
        </a:accent4>
        <a:accent5>
          <a:srgbClr val="E2E2AA"/>
        </a:accent5>
        <a:accent6>
          <a:srgbClr val="5C8A8A"/>
        </a:accent6>
        <a:hlink>
          <a:srgbClr val="D8D8EC"/>
        </a:hlink>
        <a:folHlink>
          <a:srgbClr val="B2B2B2"/>
        </a:folHlink>
      </a:clrScheme>
      <a:clrMap bg1="dk2" tx1="lt1" bg2="dk1" tx2="lt2" accent1="accent1" accent2="accent2" accent3="accent3" accent4="accent4" accent5="accent5" accent6="accent6" hlink="hlink" folHlink="folHlink"/>
    </a:extraClrScheme>
    <a:extraClrScheme>
      <a:clrScheme name="Network 8">
        <a:dk1>
          <a:srgbClr val="666699"/>
        </a:dk1>
        <a:lt1>
          <a:srgbClr val="FFFFFF"/>
        </a:lt1>
        <a:dk2>
          <a:srgbClr val="476949"/>
        </a:dk2>
        <a:lt2>
          <a:srgbClr val="FFFFFF"/>
        </a:lt2>
        <a:accent1>
          <a:srgbClr val="CC6600"/>
        </a:accent1>
        <a:accent2>
          <a:srgbClr val="CC9900"/>
        </a:accent2>
        <a:accent3>
          <a:srgbClr val="B1B9B1"/>
        </a:accent3>
        <a:accent4>
          <a:srgbClr val="DADADA"/>
        </a:accent4>
        <a:accent5>
          <a:srgbClr val="E2B8AA"/>
        </a:accent5>
        <a:accent6>
          <a:srgbClr val="B98A00"/>
        </a:accent6>
        <a:hlink>
          <a:srgbClr val="669900"/>
        </a:hlink>
        <a:folHlink>
          <a:srgbClr val="A45200"/>
        </a:folHlink>
      </a:clrScheme>
      <a:clrMap bg1="dk2" tx1="lt1" bg2="dk1" tx2="lt2" accent1="accent1" accent2="accent2" accent3="accent3" accent4="accent4" accent5="accent5" accent6="accent6" hlink="hlink" folHlink="folHlink"/>
    </a:extraClrScheme>
    <a:extraClrScheme>
      <a:clrScheme name="Network 9">
        <a:dk1>
          <a:srgbClr val="000000"/>
        </a:dk1>
        <a:lt1>
          <a:srgbClr val="FFFFFF"/>
        </a:lt1>
        <a:dk2>
          <a:srgbClr val="7C1302"/>
        </a:dk2>
        <a:lt2>
          <a:srgbClr val="CC9900"/>
        </a:lt2>
        <a:accent1>
          <a:srgbClr val="CC9900"/>
        </a:accent1>
        <a:accent2>
          <a:srgbClr val="CC3300"/>
        </a:accent2>
        <a:accent3>
          <a:srgbClr val="FFFFFF"/>
        </a:accent3>
        <a:accent4>
          <a:srgbClr val="000000"/>
        </a:accent4>
        <a:accent5>
          <a:srgbClr val="E2CAAA"/>
        </a:accent5>
        <a:accent6>
          <a:srgbClr val="B92D00"/>
        </a:accent6>
        <a:hlink>
          <a:srgbClr val="808080"/>
        </a:hlink>
        <a:folHlink>
          <a:srgbClr val="CCCC66"/>
        </a:folHlink>
      </a:clrScheme>
      <a:clrMap bg1="lt1" tx1="dk1" bg2="lt2" tx2="dk2" accent1="accent1" accent2="accent2" accent3="accent3" accent4="accent4" accent5="accent5" accent6="accent6" hlink="hlink" folHlink="folHlink"/>
    </a:extraClrScheme>
    <a:extraClrScheme>
      <a:clrScheme name="Network 10">
        <a:dk1>
          <a:srgbClr val="000000"/>
        </a:dk1>
        <a:lt1>
          <a:srgbClr val="FFFFFF"/>
        </a:lt1>
        <a:dk2>
          <a:srgbClr val="330066"/>
        </a:dk2>
        <a:lt2>
          <a:srgbClr val="808080"/>
        </a:lt2>
        <a:accent1>
          <a:srgbClr val="CCCC00"/>
        </a:accent1>
        <a:accent2>
          <a:srgbClr val="669999"/>
        </a:accent2>
        <a:accent3>
          <a:srgbClr val="FFFFFF"/>
        </a:accent3>
        <a:accent4>
          <a:srgbClr val="000000"/>
        </a:accent4>
        <a:accent5>
          <a:srgbClr val="E2E2AA"/>
        </a:accent5>
        <a:accent6>
          <a:srgbClr val="5C8A8A"/>
        </a:accent6>
        <a:hlink>
          <a:srgbClr val="7E9CE8"/>
        </a:hlink>
        <a:folHlink>
          <a:srgbClr val="D8D8EC"/>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Network</Template>
  <TotalTime>283</TotalTime>
  <Words>1056</Words>
  <Application>Microsoft Office PowerPoint</Application>
  <PresentationFormat>On-screen Show (4:3)</PresentationFormat>
  <Paragraphs>122</Paragraphs>
  <Slides>12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Bahnschrift</vt:lpstr>
      <vt:lpstr>Wingdings</vt:lpstr>
      <vt:lpstr>Network</vt:lpstr>
      <vt:lpstr>ContracthubPk: A Secure Web Platform for Managing Freelance Contracts and Escrow Payments using Local Payment Gateways   </vt:lpstr>
      <vt:lpstr>Outline</vt:lpstr>
      <vt:lpstr>Problem Statement</vt:lpstr>
      <vt:lpstr>Aims &amp; Objectives</vt:lpstr>
      <vt:lpstr>Introduction</vt:lpstr>
      <vt:lpstr>Introduction Conti…</vt:lpstr>
      <vt:lpstr>Methodology</vt:lpstr>
      <vt:lpstr>Methodology Conti…</vt:lpstr>
      <vt:lpstr>Methodology Conti…</vt:lpstr>
      <vt:lpstr>Results and Discussion</vt:lpstr>
      <vt:lpstr>Conclusion and Future Studies</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SiDrA22</dc:creator>
  <cp:lastModifiedBy>Muhammad Sarfraz Afzal</cp:lastModifiedBy>
  <cp:revision>33</cp:revision>
  <cp:lastPrinted>1601-01-01T00:00:00Z</cp:lastPrinted>
  <dcterms:created xsi:type="dcterms:W3CDTF">1601-01-01T00:00:00Z</dcterms:created>
  <dcterms:modified xsi:type="dcterms:W3CDTF">2026-01-10T17:35:38Z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i4>1</vt:i4>
  </property>
</Properties>
</file>